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1pPr>
    <a:lvl2pPr marL="0" marR="0" indent="4572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2pPr>
    <a:lvl3pPr marL="0" marR="0" indent="9144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3pPr>
    <a:lvl4pPr marL="0" marR="0" indent="13716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4pPr>
    <a:lvl5pPr marL="0" marR="0" indent="18288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5pPr>
    <a:lvl6pPr marL="0" marR="0" indent="22860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6pPr>
    <a:lvl7pPr marL="0" marR="0" indent="27432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7pPr>
    <a:lvl8pPr marL="0" marR="0" indent="32004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8pPr>
    <a:lvl9pPr marL="0" marR="0" indent="36576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D5D5D5"/>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Row>
  </a:tblStyle>
  <a:tblStyle styleId="{C7B018BB-80A7-4F77-B60F-C8B233D01FF8}"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D5D5D5"/>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Col>
    <a:lastRow>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2">
              <a:hueOff val="-357243"/>
              <a:satOff val="7293"/>
              <a:lumOff val="8906"/>
            </a:schemeClr>
          </a:solidFill>
        </a:fill>
      </a:tcStyle>
    </a:firstRow>
  </a:tblStyle>
  <a:tblStyle styleId="{EEE7283C-3CF3-47DC-8721-378D4A62B228}"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D5D5D5"/>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3">
              <a:satOff val="1412"/>
              <a:lumOff val="16412"/>
            </a:schemeClr>
          </a:solidFill>
        </a:fill>
      </a:tcStyle>
    </a:firstCol>
    <a:lastRow>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atOff val="1412"/>
                  <a:lumOff val="16412"/>
                </a:schemeClr>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6E937E"/>
          </a:solidFill>
        </a:fill>
      </a:tcStyle>
    </a:firstRow>
  </a:tblStyle>
  <a:tblStyle styleId="{CF821DB8-F4EB-4A41-A1BA-3FCAFE7338EE}"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AF7E9"/>
          </a:solidFill>
        </a:fill>
      </a:tcStyle>
    </a:wholeTbl>
    <a:band2H>
      <a:tcTxStyle b="def" i="def"/>
      <a:tcStyle>
        <a:tcBdr/>
        <a:fill>
          <a:solidFill>
            <a:srgbClr val="FFF171"/>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A51B"/>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E1A84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AF7E9"/>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4">
              <a:hueOff val="103425"/>
              <a:satOff val="-7243"/>
              <a:lumOff val="9921"/>
            </a:schemeClr>
          </a:solidFill>
        </a:fill>
      </a:tcStyle>
    </a:firstRow>
  </a:tblStyle>
  <a:tblStyle styleId="{33BA23B1-9221-436E-865A-0063620EA4FD}"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chemeClr val="accent5"/>
          </a:solidFill>
        </a:fill>
      </a:tcStyle>
    </a:band2H>
    <a:firstCol>
      <a:tcTxStyle b="on" i="off">
        <a:font>
          <a:latin typeface="Graphik Semibold"/>
          <a:ea typeface="Graphik Semibold"/>
          <a:cs typeface="Graphik Semibold"/>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5">
              <a:lumOff val="-14283"/>
            </a:schemeClr>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5">
                  <a:lumOff val="-14283"/>
                </a:schemeClr>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5">
              <a:satOff val="-6299"/>
              <a:lumOff val="-32309"/>
            </a:schemeClr>
          </a:solidFill>
        </a:fill>
      </a:tcStyle>
    </a:firstRow>
  </a:tblStyle>
  <a:tblStyle styleId="{2708684C-4D16-4618-839F-0558EEFCDFE6}"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EDEEEE"/>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5D5D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Τίτλος">
    <p:spTree>
      <p:nvGrpSpPr>
        <p:cNvPr id="1" name=""/>
        <p:cNvGrpSpPr/>
        <p:nvPr/>
      </p:nvGrpSpPr>
      <p:grpSpPr>
        <a:xfrm>
          <a:off x="0" y="0"/>
          <a:ext cx="0" cy="0"/>
          <a:chOff x="0" y="0"/>
          <a:chExt cx="0" cy="0"/>
        </a:xfrm>
      </p:grpSpPr>
      <p:sp>
        <p:nvSpPr>
          <p:cNvPr id="11" name="Συγγραφέας και ημερομηνία"/>
          <p:cNvSpPr txBox="1"/>
          <p:nvPr>
            <p:ph type="body" sz="quarter" idx="21" hasCustomPrompt="1"/>
          </p:nvPr>
        </p:nvSpPr>
        <p:spPr>
          <a:xfrm>
            <a:off x="1206500" y="12268950"/>
            <a:ext cx="21971000" cy="660401"/>
          </a:xfrm>
          <a:prstGeom prst="rect">
            <a:avLst/>
          </a:prstGeom>
        </p:spPr>
        <p:txBody>
          <a:bodyPr lIns="45719" tIns="45719" rIns="45719" bIns="45719" anchor="b"/>
          <a:lstStyle>
            <a:lvl1pPr marL="0" indent="0" defTabSz="825500">
              <a:spcBef>
                <a:spcPts val="0"/>
              </a:spcBef>
              <a:buSzTx/>
              <a:buNone/>
              <a:defRPr sz="3300">
                <a:latin typeface="Produkt Light"/>
                <a:ea typeface="Produkt Light"/>
                <a:cs typeface="Produkt Light"/>
                <a:sym typeface="Produkt Light"/>
              </a:defRPr>
            </a:lvl1pPr>
          </a:lstStyle>
          <a:p>
            <a:pPr/>
            <a:r>
              <a:t>Συγγραφέας και ημερομηνία</a:t>
            </a:r>
          </a:p>
        </p:txBody>
      </p:sp>
      <p:sp>
        <p:nvSpPr>
          <p:cNvPr id="12" name="Επίπεδο κύριου τμήματος ένα…"/>
          <p:cNvSpPr txBox="1"/>
          <p:nvPr>
            <p:ph type="body" sz="quarter" idx="1" hasCustomPrompt="1"/>
          </p:nvPr>
        </p:nvSpPr>
        <p:spPr>
          <a:xfrm>
            <a:off x="1206500" y="7353300"/>
            <a:ext cx="21971000" cy="2006600"/>
          </a:xfrm>
          <a:prstGeom prst="rect">
            <a:avLst/>
          </a:prstGeom>
        </p:spPr>
        <p:txBody>
          <a:bodyPr/>
          <a:lstStyle>
            <a:lvl1pPr marL="0" indent="0" defTabSz="825500">
              <a:spcBef>
                <a:spcPts val="0"/>
              </a:spcBef>
              <a:buSzTx/>
              <a:buNone/>
              <a:defRPr sz="5500">
                <a:latin typeface="+mn-lt"/>
                <a:ea typeface="+mn-ea"/>
                <a:cs typeface="+mn-cs"/>
                <a:sym typeface="Produkt Extralight"/>
              </a:defRPr>
            </a:lvl1pPr>
            <a:lvl2pPr marL="0" indent="457200" defTabSz="825500">
              <a:spcBef>
                <a:spcPts val="0"/>
              </a:spcBef>
              <a:buSzTx/>
              <a:buNone/>
              <a:defRPr sz="5500">
                <a:latin typeface="+mn-lt"/>
                <a:ea typeface="+mn-ea"/>
                <a:cs typeface="+mn-cs"/>
                <a:sym typeface="Produkt Extralight"/>
              </a:defRPr>
            </a:lvl2pPr>
            <a:lvl3pPr marL="0" indent="914400" defTabSz="825500">
              <a:spcBef>
                <a:spcPts val="0"/>
              </a:spcBef>
              <a:buSzTx/>
              <a:buNone/>
              <a:defRPr sz="5500">
                <a:latin typeface="+mn-lt"/>
                <a:ea typeface="+mn-ea"/>
                <a:cs typeface="+mn-cs"/>
                <a:sym typeface="Produkt Extralight"/>
              </a:defRPr>
            </a:lvl3pPr>
            <a:lvl4pPr marL="0" indent="1371600" defTabSz="825500">
              <a:spcBef>
                <a:spcPts val="0"/>
              </a:spcBef>
              <a:buSzTx/>
              <a:buNone/>
              <a:defRPr sz="5500">
                <a:latin typeface="+mn-lt"/>
                <a:ea typeface="+mn-ea"/>
                <a:cs typeface="+mn-cs"/>
                <a:sym typeface="Produkt Extralight"/>
              </a:defRPr>
            </a:lvl4pPr>
            <a:lvl5pPr marL="0" indent="1828800" defTabSz="825500">
              <a:spcBef>
                <a:spcPts val="0"/>
              </a:spcBef>
              <a:buSzTx/>
              <a:buNone/>
              <a:defRPr sz="5500">
                <a:latin typeface="+mn-lt"/>
                <a:ea typeface="+mn-ea"/>
                <a:cs typeface="+mn-cs"/>
                <a:sym typeface="Produkt Extralight"/>
              </a:defRPr>
            </a:lvl5pPr>
          </a:lstStyle>
          <a:p>
            <a:pPr/>
            <a:r>
              <a:t>Υπότιτλος παρουσίασης</a:t>
            </a:r>
          </a:p>
          <a:p>
            <a:pPr lvl="1"/>
            <a:r>
              <a:t/>
            </a:r>
          </a:p>
          <a:p>
            <a:pPr lvl="2"/>
            <a:r>
              <a:t/>
            </a:r>
          </a:p>
          <a:p>
            <a:pPr lvl="3"/>
            <a:r>
              <a:t/>
            </a:r>
          </a:p>
          <a:p>
            <a:pPr lvl="4"/>
            <a:r>
              <a:t/>
            </a:r>
          </a:p>
        </p:txBody>
      </p:sp>
      <p:sp>
        <p:nvSpPr>
          <p:cNvPr id="13" name="Τίτλος παρουσίασης"/>
          <p:cNvSpPr txBox="1"/>
          <p:nvPr>
            <p:ph type="title" hasCustomPrompt="1"/>
          </p:nvPr>
        </p:nvSpPr>
        <p:spPr>
          <a:xfrm>
            <a:off x="1206500" y="2616200"/>
            <a:ext cx="21971004" cy="4648200"/>
          </a:xfrm>
          <a:prstGeom prst="rect">
            <a:avLst/>
          </a:prstGeom>
        </p:spPr>
        <p:txBody>
          <a:bodyPr anchor="b"/>
          <a:lstStyle>
            <a:lvl1pPr defTabSz="355600">
              <a:defRPr spc="-119" sz="12000"/>
            </a:lvl1pPr>
          </a:lstStyle>
          <a:p>
            <a:pPr/>
            <a:r>
              <a:t>Τίτλος παρουσίασης</a:t>
            </a:r>
          </a:p>
        </p:txBody>
      </p:sp>
      <p:sp>
        <p:nvSpPr>
          <p:cNvPr id="14" name="Αριθμός σλάιντ"/>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Τίτλος και φωτογραφία">
    <p:spTree>
      <p:nvGrpSpPr>
        <p:cNvPr id="1" name=""/>
        <p:cNvGrpSpPr/>
        <p:nvPr/>
      </p:nvGrpSpPr>
      <p:grpSpPr>
        <a:xfrm>
          <a:off x="0" y="0"/>
          <a:ext cx="0" cy="0"/>
          <a:chOff x="0" y="0"/>
          <a:chExt cx="0" cy="0"/>
        </a:xfrm>
      </p:grpSpPr>
      <p:sp>
        <p:nvSpPr>
          <p:cNvPr id="21" name="Φουτουριστική, καμπυλωτή, λευκή κατασκευή"/>
          <p:cNvSpPr/>
          <p:nvPr>
            <p:ph type="pic" idx="21"/>
          </p:nvPr>
        </p:nvSpPr>
        <p:spPr>
          <a:xfrm>
            <a:off x="0" y="-5397500"/>
            <a:ext cx="27190700" cy="20393025"/>
          </a:xfrm>
          <a:prstGeom prst="rect">
            <a:avLst/>
          </a:prstGeom>
        </p:spPr>
        <p:txBody>
          <a:bodyPr lIns="91439" tIns="45719" rIns="91439" bIns="45719">
            <a:noAutofit/>
          </a:bodyPr>
          <a:lstStyle/>
          <a:p>
            <a:pPr/>
          </a:p>
        </p:txBody>
      </p:sp>
      <p:sp>
        <p:nvSpPr>
          <p:cNvPr id="22" name="Συγγραφέας και ημερομηνία"/>
          <p:cNvSpPr txBox="1"/>
          <p:nvPr>
            <p:ph type="body" sz="quarter" idx="22" hasCustomPrompt="1"/>
          </p:nvPr>
        </p:nvSpPr>
        <p:spPr>
          <a:xfrm>
            <a:off x="1206500" y="12268200"/>
            <a:ext cx="21971000" cy="660400"/>
          </a:xfrm>
          <a:prstGeom prst="rect">
            <a:avLst/>
          </a:prstGeom>
        </p:spPr>
        <p:txBody>
          <a:bodyPr lIns="45719" tIns="45719" rIns="45719" bIns="45719" anchor="b"/>
          <a:lstStyle>
            <a:lvl1pPr marL="0" indent="0" defTabSz="825500">
              <a:spcBef>
                <a:spcPts val="0"/>
              </a:spcBef>
              <a:buSzTx/>
              <a:buNone/>
              <a:defRPr sz="3300">
                <a:latin typeface="Produkt Light"/>
                <a:ea typeface="Produkt Light"/>
                <a:cs typeface="Produkt Light"/>
                <a:sym typeface="Produkt Light"/>
              </a:defRPr>
            </a:lvl1pPr>
          </a:lstStyle>
          <a:p>
            <a:pPr/>
            <a:r>
              <a:t>Συγγραφέας και ημερομηνία</a:t>
            </a:r>
          </a:p>
        </p:txBody>
      </p:sp>
      <p:sp>
        <p:nvSpPr>
          <p:cNvPr id="23" name="Επίπεδο κύριου τμήματος ένα…"/>
          <p:cNvSpPr txBox="1"/>
          <p:nvPr>
            <p:ph type="body" sz="quarter" idx="1" hasCustomPrompt="1"/>
          </p:nvPr>
        </p:nvSpPr>
        <p:spPr>
          <a:xfrm>
            <a:off x="1206500" y="7353300"/>
            <a:ext cx="21971000" cy="2006600"/>
          </a:xfrm>
          <a:prstGeom prst="rect">
            <a:avLst/>
          </a:prstGeom>
        </p:spPr>
        <p:txBody>
          <a:bodyPr/>
          <a:lstStyle>
            <a:lvl1pPr marL="0" indent="0" defTabSz="825500">
              <a:spcBef>
                <a:spcPts val="0"/>
              </a:spcBef>
              <a:buSzTx/>
              <a:buNone/>
              <a:defRPr sz="5500">
                <a:latin typeface="+mn-lt"/>
                <a:ea typeface="+mn-ea"/>
                <a:cs typeface="+mn-cs"/>
                <a:sym typeface="Produkt Extralight"/>
              </a:defRPr>
            </a:lvl1pPr>
            <a:lvl2pPr marL="0" indent="457200" defTabSz="825500">
              <a:spcBef>
                <a:spcPts val="0"/>
              </a:spcBef>
              <a:buSzTx/>
              <a:buNone/>
              <a:defRPr sz="5500">
                <a:latin typeface="+mn-lt"/>
                <a:ea typeface="+mn-ea"/>
                <a:cs typeface="+mn-cs"/>
                <a:sym typeface="Produkt Extralight"/>
              </a:defRPr>
            </a:lvl2pPr>
            <a:lvl3pPr marL="0" indent="914400" defTabSz="825500">
              <a:spcBef>
                <a:spcPts val="0"/>
              </a:spcBef>
              <a:buSzTx/>
              <a:buNone/>
              <a:defRPr sz="5500">
                <a:latin typeface="+mn-lt"/>
                <a:ea typeface="+mn-ea"/>
                <a:cs typeface="+mn-cs"/>
                <a:sym typeface="Produkt Extralight"/>
              </a:defRPr>
            </a:lvl3pPr>
            <a:lvl4pPr marL="0" indent="1371600" defTabSz="825500">
              <a:spcBef>
                <a:spcPts val="0"/>
              </a:spcBef>
              <a:buSzTx/>
              <a:buNone/>
              <a:defRPr sz="5500">
                <a:latin typeface="+mn-lt"/>
                <a:ea typeface="+mn-ea"/>
                <a:cs typeface="+mn-cs"/>
                <a:sym typeface="Produkt Extralight"/>
              </a:defRPr>
            </a:lvl4pPr>
            <a:lvl5pPr marL="0" indent="1828800" defTabSz="825500">
              <a:spcBef>
                <a:spcPts val="0"/>
              </a:spcBef>
              <a:buSzTx/>
              <a:buNone/>
              <a:defRPr sz="5500">
                <a:latin typeface="+mn-lt"/>
                <a:ea typeface="+mn-ea"/>
                <a:cs typeface="+mn-cs"/>
                <a:sym typeface="Produkt Extralight"/>
              </a:defRPr>
            </a:lvl5pPr>
          </a:lstStyle>
          <a:p>
            <a:pPr/>
            <a:r>
              <a:t>Υπότιτλος παρουσίασης</a:t>
            </a:r>
          </a:p>
          <a:p>
            <a:pPr lvl="1"/>
            <a:r>
              <a:t/>
            </a:r>
          </a:p>
          <a:p>
            <a:pPr lvl="2"/>
            <a:r>
              <a:t/>
            </a:r>
          </a:p>
          <a:p>
            <a:pPr lvl="3"/>
            <a:r>
              <a:t/>
            </a:r>
          </a:p>
          <a:p>
            <a:pPr lvl="4"/>
            <a:r>
              <a:t/>
            </a:r>
          </a:p>
        </p:txBody>
      </p:sp>
      <p:sp>
        <p:nvSpPr>
          <p:cNvPr id="24" name="Τίτλος παρουσίασης"/>
          <p:cNvSpPr txBox="1"/>
          <p:nvPr>
            <p:ph type="title" hasCustomPrompt="1"/>
          </p:nvPr>
        </p:nvSpPr>
        <p:spPr>
          <a:xfrm>
            <a:off x="1206500" y="2616200"/>
            <a:ext cx="21971004" cy="4648200"/>
          </a:xfrm>
          <a:prstGeom prst="rect">
            <a:avLst/>
          </a:prstGeom>
        </p:spPr>
        <p:txBody>
          <a:bodyPr anchor="b"/>
          <a:lstStyle>
            <a:lvl1pPr defTabSz="355600">
              <a:defRPr spc="-119" sz="12000"/>
            </a:lvl1pPr>
          </a:lstStyle>
          <a:p>
            <a:pPr/>
            <a:r>
              <a:t>Τίτλος παρουσίασης</a:t>
            </a:r>
          </a:p>
        </p:txBody>
      </p:sp>
      <p:sp>
        <p:nvSpPr>
          <p:cNvPr id="25" name="Αριθμός σλάιντ"/>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Εναλλ. τίτλος και φωτογραφία">
    <p:spTree>
      <p:nvGrpSpPr>
        <p:cNvPr id="1" name=""/>
        <p:cNvGrpSpPr/>
        <p:nvPr/>
      </p:nvGrpSpPr>
      <p:grpSpPr>
        <a:xfrm>
          <a:off x="0" y="0"/>
          <a:ext cx="0" cy="0"/>
          <a:chOff x="0" y="0"/>
          <a:chExt cx="0" cy="0"/>
        </a:xfrm>
      </p:grpSpPr>
      <p:sp>
        <p:nvSpPr>
          <p:cNvPr id="32" name="Κοντινό πλάνο ενός κυρτού, λευκού, διαστρωματωμένου μοτίβου"/>
          <p:cNvSpPr/>
          <p:nvPr>
            <p:ph type="pic" idx="21"/>
          </p:nvPr>
        </p:nvSpPr>
        <p:spPr>
          <a:xfrm>
            <a:off x="11569700" y="0"/>
            <a:ext cx="13716000" cy="13716000"/>
          </a:xfrm>
          <a:prstGeom prst="rect">
            <a:avLst/>
          </a:prstGeom>
        </p:spPr>
        <p:txBody>
          <a:bodyPr lIns="91439" tIns="45719" rIns="91439" bIns="45719">
            <a:noAutofit/>
          </a:bodyPr>
          <a:lstStyle/>
          <a:p>
            <a:pPr/>
          </a:p>
        </p:txBody>
      </p:sp>
      <p:sp>
        <p:nvSpPr>
          <p:cNvPr id="33" name="Τίτλος σλάιντ"/>
          <p:cNvSpPr txBox="1"/>
          <p:nvPr>
            <p:ph type="title" hasCustomPrompt="1"/>
          </p:nvPr>
        </p:nvSpPr>
        <p:spPr>
          <a:xfrm>
            <a:off x="1206500" y="1333500"/>
            <a:ext cx="9779000" cy="5882273"/>
          </a:xfrm>
          <a:prstGeom prst="rect">
            <a:avLst/>
          </a:prstGeom>
        </p:spPr>
        <p:txBody>
          <a:bodyPr anchor="b"/>
          <a:lstStyle/>
          <a:p>
            <a:pPr/>
            <a:r>
              <a:t>Τίτλος σλάιντ</a:t>
            </a:r>
          </a:p>
        </p:txBody>
      </p:sp>
      <p:sp>
        <p:nvSpPr>
          <p:cNvPr id="34" name="Επίπεδο κύριου τμήματος ένα…"/>
          <p:cNvSpPr txBox="1"/>
          <p:nvPr>
            <p:ph type="body" sz="quarter" idx="1" hasCustomPrompt="1"/>
          </p:nvPr>
        </p:nvSpPr>
        <p:spPr>
          <a:xfrm>
            <a:off x="1206500" y="7150100"/>
            <a:ext cx="9779000" cy="5385424"/>
          </a:xfrm>
          <a:prstGeom prst="rect">
            <a:avLst/>
          </a:prstGeom>
        </p:spPr>
        <p:txBody>
          <a:bodyPr/>
          <a:lstStyle>
            <a:lvl1pPr marL="0" indent="0" defTabSz="825500">
              <a:spcBef>
                <a:spcPts val="0"/>
              </a:spcBef>
              <a:buSzTx/>
              <a:buNone/>
              <a:defRPr sz="5500">
                <a:latin typeface="+mn-lt"/>
                <a:ea typeface="+mn-ea"/>
                <a:cs typeface="+mn-cs"/>
                <a:sym typeface="Produkt Extralight"/>
              </a:defRPr>
            </a:lvl1pPr>
            <a:lvl2pPr marL="0" indent="457200" defTabSz="825500">
              <a:spcBef>
                <a:spcPts val="0"/>
              </a:spcBef>
              <a:buSzTx/>
              <a:buNone/>
              <a:defRPr sz="5500">
                <a:latin typeface="+mn-lt"/>
                <a:ea typeface="+mn-ea"/>
                <a:cs typeface="+mn-cs"/>
                <a:sym typeface="Produkt Extralight"/>
              </a:defRPr>
            </a:lvl2pPr>
            <a:lvl3pPr marL="0" indent="914400" defTabSz="825500">
              <a:spcBef>
                <a:spcPts val="0"/>
              </a:spcBef>
              <a:buSzTx/>
              <a:buNone/>
              <a:defRPr sz="5500">
                <a:latin typeface="+mn-lt"/>
                <a:ea typeface="+mn-ea"/>
                <a:cs typeface="+mn-cs"/>
                <a:sym typeface="Produkt Extralight"/>
              </a:defRPr>
            </a:lvl3pPr>
            <a:lvl4pPr marL="0" indent="1371600" defTabSz="825500">
              <a:spcBef>
                <a:spcPts val="0"/>
              </a:spcBef>
              <a:buSzTx/>
              <a:buNone/>
              <a:defRPr sz="5500">
                <a:latin typeface="+mn-lt"/>
                <a:ea typeface="+mn-ea"/>
                <a:cs typeface="+mn-cs"/>
                <a:sym typeface="Produkt Extralight"/>
              </a:defRPr>
            </a:lvl4pPr>
            <a:lvl5pPr marL="0" indent="1828800" defTabSz="825500">
              <a:spcBef>
                <a:spcPts val="0"/>
              </a:spcBef>
              <a:buSzTx/>
              <a:buNone/>
              <a:defRPr sz="5500">
                <a:latin typeface="+mn-lt"/>
                <a:ea typeface="+mn-ea"/>
                <a:cs typeface="+mn-cs"/>
                <a:sym typeface="Produkt Extralight"/>
              </a:defRPr>
            </a:lvl5pPr>
          </a:lstStyle>
          <a:p>
            <a:pPr/>
            <a:r>
              <a:t>Υπότιτλος σλάιντ</a:t>
            </a:r>
          </a:p>
          <a:p>
            <a:pPr lvl="1"/>
            <a:r>
              <a:t/>
            </a:r>
          </a:p>
          <a:p>
            <a:pPr lvl="2"/>
            <a:r>
              <a:t/>
            </a:r>
          </a:p>
          <a:p>
            <a:pPr lvl="3"/>
            <a:r>
              <a:t/>
            </a:r>
          </a:p>
          <a:p>
            <a:pPr lvl="4"/>
            <a:r>
              <a:t/>
            </a:r>
          </a:p>
        </p:txBody>
      </p:sp>
      <p:sp>
        <p:nvSpPr>
          <p:cNvPr id="35" name="Αριθμός σλάιντ"/>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Τίτλος και κουκκίδες">
    <p:spTree>
      <p:nvGrpSpPr>
        <p:cNvPr id="1" name=""/>
        <p:cNvGrpSpPr/>
        <p:nvPr/>
      </p:nvGrpSpPr>
      <p:grpSpPr>
        <a:xfrm>
          <a:off x="0" y="0"/>
          <a:ext cx="0" cy="0"/>
          <a:chOff x="0" y="0"/>
          <a:chExt cx="0" cy="0"/>
        </a:xfrm>
      </p:grpSpPr>
      <p:sp>
        <p:nvSpPr>
          <p:cNvPr id="42" name="Υπότιτλος σλάιντ"/>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Υπότιτλος σλάιντ</a:t>
            </a:r>
          </a:p>
        </p:txBody>
      </p:sp>
      <p:sp>
        <p:nvSpPr>
          <p:cNvPr id="43" name="Τίτλος σλάιντ"/>
          <p:cNvSpPr txBox="1"/>
          <p:nvPr>
            <p:ph type="title" hasCustomPrompt="1"/>
          </p:nvPr>
        </p:nvSpPr>
        <p:spPr>
          <a:prstGeom prst="rect">
            <a:avLst/>
          </a:prstGeom>
        </p:spPr>
        <p:txBody>
          <a:bodyPr/>
          <a:lstStyle/>
          <a:p>
            <a:pPr/>
            <a:r>
              <a:t>Τίτλος σλάιντ</a:t>
            </a:r>
          </a:p>
        </p:txBody>
      </p:sp>
      <p:sp>
        <p:nvSpPr>
          <p:cNvPr id="44" name="Επίπεδο κύριου τμήματος ένα…"/>
          <p:cNvSpPr txBox="1"/>
          <p:nvPr>
            <p:ph type="body" idx="1" hasCustomPrompt="1"/>
          </p:nvPr>
        </p:nvSpPr>
        <p:spPr>
          <a:prstGeom prst="rect">
            <a:avLst/>
          </a:prstGeom>
        </p:spPr>
        <p:txBody>
          <a:bodyPr/>
          <a:lstStyle/>
          <a:p>
            <a:pPr/>
            <a:r>
              <a:t>Κείμενο κουκκίδων σλάιντ</a:t>
            </a:r>
          </a:p>
          <a:p>
            <a:pPr lvl="1"/>
            <a:r>
              <a:t/>
            </a:r>
          </a:p>
          <a:p>
            <a:pPr lvl="2"/>
            <a:r>
              <a:t/>
            </a:r>
          </a:p>
          <a:p>
            <a:pPr lvl="3"/>
            <a:r>
              <a:t/>
            </a:r>
          </a:p>
          <a:p>
            <a:pPr lvl="4"/>
            <a:r>
              <a:t/>
            </a:r>
          </a:p>
        </p:txBody>
      </p:sp>
      <p:sp>
        <p:nvSpPr>
          <p:cNvPr id="45" name="Αριθμός σλάιντ"/>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Κουκκίδες">
    <p:spTree>
      <p:nvGrpSpPr>
        <p:cNvPr id="1" name=""/>
        <p:cNvGrpSpPr/>
        <p:nvPr/>
      </p:nvGrpSpPr>
      <p:grpSpPr>
        <a:xfrm>
          <a:off x="0" y="0"/>
          <a:ext cx="0" cy="0"/>
          <a:chOff x="0" y="0"/>
          <a:chExt cx="0" cy="0"/>
        </a:xfrm>
      </p:grpSpPr>
      <p:sp>
        <p:nvSpPr>
          <p:cNvPr id="52" name="Επίπεδο κύριου τμήματος ένα…"/>
          <p:cNvSpPr txBox="1"/>
          <p:nvPr>
            <p:ph type="body" idx="1" hasCustomPrompt="1"/>
          </p:nvPr>
        </p:nvSpPr>
        <p:spPr>
          <a:prstGeom prst="rect">
            <a:avLst/>
          </a:prstGeom>
        </p:spPr>
        <p:txBody>
          <a:bodyPr/>
          <a:lstStyle/>
          <a:p>
            <a:pPr/>
            <a:r>
              <a:t>Κείμενο κουκκίδων σλάιντ</a:t>
            </a:r>
          </a:p>
          <a:p>
            <a:pPr lvl="1"/>
            <a:r>
              <a:t/>
            </a:r>
          </a:p>
          <a:p>
            <a:pPr lvl="2"/>
            <a:r>
              <a:t/>
            </a:r>
          </a:p>
          <a:p>
            <a:pPr lvl="3"/>
            <a:r>
              <a:t/>
            </a:r>
          </a:p>
          <a:p>
            <a:pPr lvl="4"/>
            <a:r>
              <a:t/>
            </a:r>
          </a:p>
        </p:txBody>
      </p:sp>
      <p:sp>
        <p:nvSpPr>
          <p:cNvPr id="53" name="Αριθμός σλάιντ"/>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Τίτλος, κουκκίδες και φωτογραφίες">
    <p:spTree>
      <p:nvGrpSpPr>
        <p:cNvPr id="1" name=""/>
        <p:cNvGrpSpPr/>
        <p:nvPr/>
      </p:nvGrpSpPr>
      <p:grpSpPr>
        <a:xfrm>
          <a:off x="0" y="0"/>
          <a:ext cx="0" cy="0"/>
          <a:chOff x="0" y="0"/>
          <a:chExt cx="0" cy="0"/>
        </a:xfrm>
      </p:grpSpPr>
      <p:sp>
        <p:nvSpPr>
          <p:cNvPr id="60" name="Κοντινό πλάνο του άκρου μιας λευκής καμπύλης πέτρας"/>
          <p:cNvSpPr/>
          <p:nvPr>
            <p:ph type="pic" idx="21"/>
          </p:nvPr>
        </p:nvSpPr>
        <p:spPr>
          <a:xfrm>
            <a:off x="12382500" y="-1206500"/>
            <a:ext cx="12103100" cy="16140313"/>
          </a:xfrm>
          <a:prstGeom prst="rect">
            <a:avLst/>
          </a:prstGeom>
        </p:spPr>
        <p:txBody>
          <a:bodyPr lIns="91439" tIns="45719" rIns="91439" bIns="45719">
            <a:noAutofit/>
          </a:bodyPr>
          <a:lstStyle/>
          <a:p>
            <a:pPr/>
          </a:p>
        </p:txBody>
      </p:sp>
      <p:sp>
        <p:nvSpPr>
          <p:cNvPr id="61" name="Υπότιτλος σλάιντ"/>
          <p:cNvSpPr txBox="1"/>
          <p:nvPr>
            <p:ph type="body" sz="quarter" idx="22" hasCustomPrompt="1"/>
          </p:nvPr>
        </p:nvSpPr>
        <p:spPr>
          <a:xfrm>
            <a:off x="1206500" y="2324100"/>
            <a:ext cx="9779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Υπότιτλος σλάιντ</a:t>
            </a:r>
          </a:p>
        </p:txBody>
      </p:sp>
      <p:sp>
        <p:nvSpPr>
          <p:cNvPr id="62" name="Τίτλος σλάιντ"/>
          <p:cNvSpPr txBox="1"/>
          <p:nvPr>
            <p:ph type="title" hasCustomPrompt="1"/>
          </p:nvPr>
        </p:nvSpPr>
        <p:spPr>
          <a:xfrm>
            <a:off x="1206500" y="635000"/>
            <a:ext cx="9779000" cy="1689100"/>
          </a:xfrm>
          <a:prstGeom prst="rect">
            <a:avLst/>
          </a:prstGeom>
        </p:spPr>
        <p:txBody>
          <a:bodyPr/>
          <a:lstStyle/>
          <a:p>
            <a:pPr/>
            <a:r>
              <a:t>Τίτλος σλάιντ</a:t>
            </a:r>
          </a:p>
        </p:txBody>
      </p:sp>
      <p:sp>
        <p:nvSpPr>
          <p:cNvPr id="63" name="Επίπεδο κύριου τμήματος ένα…"/>
          <p:cNvSpPr txBox="1"/>
          <p:nvPr>
            <p:ph type="body" sz="half" idx="1" hasCustomPrompt="1"/>
          </p:nvPr>
        </p:nvSpPr>
        <p:spPr>
          <a:xfrm>
            <a:off x="1206500" y="4248504"/>
            <a:ext cx="9779000" cy="8256012"/>
          </a:xfrm>
          <a:prstGeom prst="rect">
            <a:avLst/>
          </a:prstGeom>
        </p:spPr>
        <p:txBody>
          <a:bodyPr/>
          <a:lstStyle/>
          <a:p>
            <a:pPr/>
            <a:r>
              <a:t>Κείμενο κουκκίδων σλάιντ</a:t>
            </a:r>
          </a:p>
          <a:p>
            <a:pPr lvl="1"/>
            <a:r>
              <a:t/>
            </a:r>
          </a:p>
          <a:p>
            <a:pPr lvl="2"/>
            <a:r>
              <a:t/>
            </a:r>
          </a:p>
          <a:p>
            <a:pPr lvl="3"/>
            <a:r>
              <a:t/>
            </a:r>
          </a:p>
          <a:p>
            <a:pPr lvl="4"/>
            <a:r>
              <a:t/>
            </a:r>
          </a:p>
        </p:txBody>
      </p:sp>
      <p:sp>
        <p:nvSpPr>
          <p:cNvPr id="64" name="Αριθμός σλάιντ"/>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Τίτλος, Κουκκίδες και βίντεο, Μικρό">
    <p:spTree>
      <p:nvGrpSpPr>
        <p:cNvPr id="1" name=""/>
        <p:cNvGrpSpPr/>
        <p:nvPr/>
      </p:nvGrpSpPr>
      <p:grpSpPr>
        <a:xfrm>
          <a:off x="0" y="0"/>
          <a:ext cx="0" cy="0"/>
          <a:chOff x="0" y="0"/>
          <a:chExt cx="0" cy="0"/>
        </a:xfrm>
      </p:grpSpPr>
      <p:sp>
        <p:nvSpPr>
          <p:cNvPr id="71" name="Υπότιτλος σλάιντ"/>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Υπότιτλος σλάιντ</a:t>
            </a:r>
          </a:p>
        </p:txBody>
      </p:sp>
      <p:sp>
        <p:nvSpPr>
          <p:cNvPr id="72" name="Τίτλος σλάιντ"/>
          <p:cNvSpPr txBox="1"/>
          <p:nvPr>
            <p:ph type="title" hasCustomPrompt="1"/>
          </p:nvPr>
        </p:nvSpPr>
        <p:spPr>
          <a:prstGeom prst="rect">
            <a:avLst/>
          </a:prstGeom>
        </p:spPr>
        <p:txBody>
          <a:bodyPr/>
          <a:lstStyle/>
          <a:p>
            <a:pPr/>
            <a:r>
              <a:t>Τίτλος σλάιντ</a:t>
            </a:r>
          </a:p>
        </p:txBody>
      </p:sp>
      <p:sp>
        <p:nvSpPr>
          <p:cNvPr id="73" name="Επίπεδο κύριου τμήματος ένα…"/>
          <p:cNvSpPr txBox="1"/>
          <p:nvPr>
            <p:ph type="body" sz="half" idx="1" hasCustomPrompt="1"/>
          </p:nvPr>
        </p:nvSpPr>
        <p:spPr>
          <a:xfrm>
            <a:off x="1206500" y="4248504"/>
            <a:ext cx="9779000" cy="8256012"/>
          </a:xfrm>
          <a:prstGeom prst="rect">
            <a:avLst/>
          </a:prstGeom>
        </p:spPr>
        <p:txBody>
          <a:bodyPr/>
          <a:lstStyle/>
          <a:p>
            <a:pPr/>
            <a:r>
              <a:t>Κείμενο κουκκίδων σλάιντ</a:t>
            </a:r>
          </a:p>
          <a:p>
            <a:pPr lvl="1"/>
            <a:r>
              <a:t/>
            </a:r>
          </a:p>
          <a:p>
            <a:pPr lvl="2"/>
            <a:r>
              <a:t/>
            </a:r>
          </a:p>
          <a:p>
            <a:pPr lvl="3"/>
            <a:r>
              <a:t/>
            </a:r>
          </a:p>
          <a:p>
            <a:pPr lvl="4"/>
            <a:r>
              <a:t/>
            </a:r>
          </a:p>
        </p:txBody>
      </p:sp>
      <p:sp>
        <p:nvSpPr>
          <p:cNvPr id="74" name="Αριθμός σλάιντ"/>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Τίτλος, Κουκκίδες και βίντεο, Μεγάλο">
    <p:spTree>
      <p:nvGrpSpPr>
        <p:cNvPr id="1" name=""/>
        <p:cNvGrpSpPr/>
        <p:nvPr/>
      </p:nvGrpSpPr>
      <p:grpSpPr>
        <a:xfrm>
          <a:off x="0" y="0"/>
          <a:ext cx="0" cy="0"/>
          <a:chOff x="0" y="0"/>
          <a:chExt cx="0" cy="0"/>
        </a:xfrm>
      </p:grpSpPr>
      <p:sp>
        <p:nvSpPr>
          <p:cNvPr id="81" name="Υπότιτλος σλάιντ"/>
          <p:cNvSpPr txBox="1"/>
          <p:nvPr>
            <p:ph type="body" sz="quarter" idx="21" hasCustomPrompt="1"/>
          </p:nvPr>
        </p:nvSpPr>
        <p:spPr>
          <a:xfrm>
            <a:off x="1206500" y="2324100"/>
            <a:ext cx="9779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Υπότιτλος σλάιντ</a:t>
            </a:r>
          </a:p>
        </p:txBody>
      </p:sp>
      <p:sp>
        <p:nvSpPr>
          <p:cNvPr id="82" name="Τίτλος σλάιντ"/>
          <p:cNvSpPr txBox="1"/>
          <p:nvPr>
            <p:ph type="title" hasCustomPrompt="1"/>
          </p:nvPr>
        </p:nvSpPr>
        <p:spPr>
          <a:xfrm>
            <a:off x="1206500" y="635000"/>
            <a:ext cx="9779000" cy="1689100"/>
          </a:xfrm>
          <a:prstGeom prst="rect">
            <a:avLst/>
          </a:prstGeom>
        </p:spPr>
        <p:txBody>
          <a:bodyPr/>
          <a:lstStyle/>
          <a:p>
            <a:pPr/>
            <a:r>
              <a:t>Τίτλος σλάιντ</a:t>
            </a:r>
          </a:p>
        </p:txBody>
      </p:sp>
      <p:sp>
        <p:nvSpPr>
          <p:cNvPr id="83" name="Επίπεδο κύριου τμήματος ένα…"/>
          <p:cNvSpPr txBox="1"/>
          <p:nvPr>
            <p:ph type="body" sz="half" idx="1" hasCustomPrompt="1"/>
          </p:nvPr>
        </p:nvSpPr>
        <p:spPr>
          <a:xfrm>
            <a:off x="1206500" y="4248504"/>
            <a:ext cx="9779000" cy="8256012"/>
          </a:xfrm>
          <a:prstGeom prst="rect">
            <a:avLst/>
          </a:prstGeom>
        </p:spPr>
        <p:txBody>
          <a:bodyPr/>
          <a:lstStyle/>
          <a:p>
            <a:pPr/>
            <a:r>
              <a:t>Κείμενο κουκκίδων σλάιντ</a:t>
            </a:r>
          </a:p>
          <a:p>
            <a:pPr lvl="1"/>
            <a:r>
              <a:t/>
            </a:r>
          </a:p>
          <a:p>
            <a:pPr lvl="2"/>
            <a:r>
              <a:t/>
            </a:r>
          </a:p>
          <a:p>
            <a:pPr lvl="3"/>
            <a:r>
              <a:t/>
            </a:r>
          </a:p>
          <a:p>
            <a:pPr lvl="4"/>
            <a:r>
              <a:t/>
            </a:r>
          </a:p>
        </p:txBody>
      </p:sp>
      <p:sp>
        <p:nvSpPr>
          <p:cNvPr id="84" name="Αριθμός σλάιντ"/>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Ενότητα">
    <p:spTree>
      <p:nvGrpSpPr>
        <p:cNvPr id="1" name=""/>
        <p:cNvGrpSpPr/>
        <p:nvPr/>
      </p:nvGrpSpPr>
      <p:grpSpPr>
        <a:xfrm>
          <a:off x="0" y="0"/>
          <a:ext cx="0" cy="0"/>
          <a:chOff x="0" y="0"/>
          <a:chExt cx="0" cy="0"/>
        </a:xfrm>
      </p:grpSpPr>
      <p:sp>
        <p:nvSpPr>
          <p:cNvPr id="91" name="Τίτλος ενότητας"/>
          <p:cNvSpPr txBox="1"/>
          <p:nvPr>
            <p:ph type="title" hasCustomPrompt="1"/>
          </p:nvPr>
        </p:nvSpPr>
        <p:spPr>
          <a:xfrm>
            <a:off x="1206496" y="3911600"/>
            <a:ext cx="21971004" cy="4648200"/>
          </a:xfrm>
          <a:prstGeom prst="rect">
            <a:avLst/>
          </a:prstGeom>
        </p:spPr>
        <p:txBody>
          <a:bodyPr anchor="ctr"/>
          <a:lstStyle>
            <a:lvl1pPr>
              <a:defRPr spc="-119" sz="12000"/>
            </a:lvl1pPr>
          </a:lstStyle>
          <a:p>
            <a:pPr/>
            <a:r>
              <a:t>Τίτλος ενότητας</a:t>
            </a:r>
          </a:p>
        </p:txBody>
      </p:sp>
      <p:sp>
        <p:nvSpPr>
          <p:cNvPr id="92" name="Αριθμός σλάιντ"/>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Μόνο τίτλος">
    <p:spTree>
      <p:nvGrpSpPr>
        <p:cNvPr id="1" name=""/>
        <p:cNvGrpSpPr/>
        <p:nvPr/>
      </p:nvGrpSpPr>
      <p:grpSpPr>
        <a:xfrm>
          <a:off x="0" y="0"/>
          <a:ext cx="0" cy="0"/>
          <a:chOff x="0" y="0"/>
          <a:chExt cx="0" cy="0"/>
        </a:xfrm>
      </p:grpSpPr>
      <p:sp>
        <p:nvSpPr>
          <p:cNvPr id="99" name="Υπότιτλος σλάιντ"/>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Υπότιτλος σλάιντ</a:t>
            </a:r>
          </a:p>
        </p:txBody>
      </p:sp>
      <p:sp>
        <p:nvSpPr>
          <p:cNvPr id="100" name="Τίτλος σλάιντ"/>
          <p:cNvSpPr txBox="1"/>
          <p:nvPr>
            <p:ph type="title" hasCustomPrompt="1"/>
          </p:nvPr>
        </p:nvSpPr>
        <p:spPr>
          <a:prstGeom prst="rect">
            <a:avLst/>
          </a:prstGeom>
        </p:spPr>
        <p:txBody>
          <a:bodyPr/>
          <a:lstStyle/>
          <a:p>
            <a:pPr/>
            <a:r>
              <a:t>Τίτλος σλάιντ</a:t>
            </a:r>
          </a:p>
        </p:txBody>
      </p:sp>
      <p:sp>
        <p:nvSpPr>
          <p:cNvPr id="101" name="Αριθμός σλάιντ"/>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Ατζέντα">
    <p:spTree>
      <p:nvGrpSpPr>
        <p:cNvPr id="1" name=""/>
        <p:cNvGrpSpPr/>
        <p:nvPr/>
      </p:nvGrpSpPr>
      <p:grpSpPr>
        <a:xfrm>
          <a:off x="0" y="0"/>
          <a:ext cx="0" cy="0"/>
          <a:chOff x="0" y="0"/>
          <a:chExt cx="0" cy="0"/>
        </a:xfrm>
      </p:grpSpPr>
      <p:sp>
        <p:nvSpPr>
          <p:cNvPr id="108" name="Υπότιτλος ατζέντας"/>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Υπότιτλος ατζέντας</a:t>
            </a:r>
          </a:p>
        </p:txBody>
      </p:sp>
      <p:sp>
        <p:nvSpPr>
          <p:cNvPr id="109" name="Επίπεδο κύριου τμήματος ένα…"/>
          <p:cNvSpPr txBox="1"/>
          <p:nvPr>
            <p:ph type="body" idx="1" hasCustomPrompt="1"/>
          </p:nvPr>
        </p:nvSpPr>
        <p:spPr>
          <a:prstGeom prst="rect">
            <a:avLst/>
          </a:prstGeom>
        </p:spPr>
        <p:txBody>
          <a:bodyPr/>
          <a:lstStyle>
            <a:lvl1pPr marL="0" indent="0">
              <a:spcBef>
                <a:spcPts val="6000"/>
              </a:spcBef>
              <a:buSzTx/>
              <a:buNone/>
              <a:defRPr sz="5000"/>
            </a:lvl1pPr>
            <a:lvl2pPr marL="0" indent="457200">
              <a:spcBef>
                <a:spcPts val="6000"/>
              </a:spcBef>
              <a:buSzTx/>
              <a:buNone/>
              <a:defRPr sz="5000"/>
            </a:lvl2pPr>
            <a:lvl3pPr marL="0" indent="914400">
              <a:spcBef>
                <a:spcPts val="6000"/>
              </a:spcBef>
              <a:buSzTx/>
              <a:buNone/>
              <a:defRPr sz="5000"/>
            </a:lvl3pPr>
            <a:lvl4pPr marL="0" indent="1371600">
              <a:spcBef>
                <a:spcPts val="6000"/>
              </a:spcBef>
              <a:buSzTx/>
              <a:buNone/>
              <a:defRPr sz="5000"/>
            </a:lvl4pPr>
            <a:lvl5pPr marL="0" indent="1828800">
              <a:spcBef>
                <a:spcPts val="6000"/>
              </a:spcBef>
              <a:buSzTx/>
              <a:buNone/>
              <a:defRPr sz="5000"/>
            </a:lvl5pPr>
          </a:lstStyle>
          <a:p>
            <a:pPr/>
            <a:r>
              <a:t>Θέματα ατζέντας</a:t>
            </a:r>
          </a:p>
          <a:p>
            <a:pPr lvl="1"/>
            <a:r>
              <a:t/>
            </a:r>
          </a:p>
          <a:p>
            <a:pPr lvl="2"/>
            <a:r>
              <a:t/>
            </a:r>
          </a:p>
          <a:p>
            <a:pPr lvl="3"/>
            <a:r>
              <a:t/>
            </a:r>
          </a:p>
          <a:p>
            <a:pPr lvl="4"/>
            <a:r>
              <a:t/>
            </a:r>
          </a:p>
        </p:txBody>
      </p:sp>
      <p:sp>
        <p:nvSpPr>
          <p:cNvPr id="110" name="Τίτλος ατζέντας"/>
          <p:cNvSpPr txBox="1"/>
          <p:nvPr>
            <p:ph type="title" hasCustomPrompt="1"/>
          </p:nvPr>
        </p:nvSpPr>
        <p:spPr>
          <a:prstGeom prst="rect">
            <a:avLst/>
          </a:prstGeom>
        </p:spPr>
        <p:txBody>
          <a:bodyPr/>
          <a:lstStyle/>
          <a:p>
            <a:pPr/>
            <a:r>
              <a:t>Τίτλος ατζέντας</a:t>
            </a:r>
          </a:p>
        </p:txBody>
      </p:sp>
      <p:sp>
        <p:nvSpPr>
          <p:cNvPr id="111" name="Αριθμός σλάιντ"/>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Δήλωση">
    <p:spTree>
      <p:nvGrpSpPr>
        <p:cNvPr id="1" name=""/>
        <p:cNvGrpSpPr/>
        <p:nvPr/>
      </p:nvGrpSpPr>
      <p:grpSpPr>
        <a:xfrm>
          <a:off x="0" y="0"/>
          <a:ext cx="0" cy="0"/>
          <a:chOff x="0" y="0"/>
          <a:chExt cx="0" cy="0"/>
        </a:xfrm>
      </p:grpSpPr>
      <p:sp>
        <p:nvSpPr>
          <p:cNvPr id="118" name="Επίπεδο κύριου τμήματος ένα…"/>
          <p:cNvSpPr txBox="1"/>
          <p:nvPr>
            <p:ph type="body" sz="half" idx="1" hasCustomPrompt="1"/>
          </p:nvPr>
        </p:nvSpPr>
        <p:spPr>
          <a:xfrm>
            <a:off x="1206500" y="4191000"/>
            <a:ext cx="21971000" cy="4089400"/>
          </a:xfrm>
          <a:prstGeom prst="rect">
            <a:avLst/>
          </a:prstGeom>
        </p:spPr>
        <p:txBody>
          <a:bodyPr anchor="ctr"/>
          <a:lstStyle>
            <a:lvl1pPr marL="0" indent="0" algn="ctr" defTabSz="2438400">
              <a:lnSpc>
                <a:spcPct val="90000"/>
              </a:lnSpc>
              <a:spcBef>
                <a:spcPts val="0"/>
              </a:spcBef>
              <a:buSzTx/>
              <a:buNone/>
              <a:defRPr spc="-119" sz="12000">
                <a:latin typeface="+mn-lt"/>
                <a:ea typeface="+mn-ea"/>
                <a:cs typeface="+mn-cs"/>
                <a:sym typeface="Produkt Extralight"/>
              </a:defRPr>
            </a:lvl1pPr>
            <a:lvl2pPr marL="0" indent="457200" algn="ctr" defTabSz="2438400">
              <a:lnSpc>
                <a:spcPct val="90000"/>
              </a:lnSpc>
              <a:spcBef>
                <a:spcPts val="0"/>
              </a:spcBef>
              <a:buSzTx/>
              <a:buNone/>
              <a:defRPr spc="-119" sz="12000">
                <a:latin typeface="+mn-lt"/>
                <a:ea typeface="+mn-ea"/>
                <a:cs typeface="+mn-cs"/>
                <a:sym typeface="Produkt Extralight"/>
              </a:defRPr>
            </a:lvl2pPr>
            <a:lvl3pPr marL="0" indent="914400" algn="ctr" defTabSz="2438400">
              <a:lnSpc>
                <a:spcPct val="90000"/>
              </a:lnSpc>
              <a:spcBef>
                <a:spcPts val="0"/>
              </a:spcBef>
              <a:buSzTx/>
              <a:buNone/>
              <a:defRPr spc="-119" sz="12000">
                <a:latin typeface="+mn-lt"/>
                <a:ea typeface="+mn-ea"/>
                <a:cs typeface="+mn-cs"/>
                <a:sym typeface="Produkt Extralight"/>
              </a:defRPr>
            </a:lvl3pPr>
            <a:lvl4pPr marL="0" indent="1371600" algn="ctr" defTabSz="2438400">
              <a:lnSpc>
                <a:spcPct val="90000"/>
              </a:lnSpc>
              <a:spcBef>
                <a:spcPts val="0"/>
              </a:spcBef>
              <a:buSzTx/>
              <a:buNone/>
              <a:defRPr spc="-119" sz="12000">
                <a:latin typeface="+mn-lt"/>
                <a:ea typeface="+mn-ea"/>
                <a:cs typeface="+mn-cs"/>
                <a:sym typeface="Produkt Extralight"/>
              </a:defRPr>
            </a:lvl4pPr>
            <a:lvl5pPr marL="0" indent="1828800" algn="ctr" defTabSz="2438400">
              <a:lnSpc>
                <a:spcPct val="90000"/>
              </a:lnSpc>
              <a:spcBef>
                <a:spcPts val="0"/>
              </a:spcBef>
              <a:buSzTx/>
              <a:buNone/>
              <a:defRPr spc="-119" sz="12000">
                <a:latin typeface="+mn-lt"/>
                <a:ea typeface="+mn-ea"/>
                <a:cs typeface="+mn-cs"/>
                <a:sym typeface="Produkt Extralight"/>
              </a:defRPr>
            </a:lvl5pPr>
          </a:lstStyle>
          <a:p>
            <a:pPr/>
            <a:r>
              <a:t>Δήλωση</a:t>
            </a:r>
          </a:p>
          <a:p>
            <a:pPr lvl="1"/>
            <a:r>
              <a:t/>
            </a:r>
          </a:p>
          <a:p>
            <a:pPr lvl="2"/>
            <a:r>
              <a:t/>
            </a:r>
          </a:p>
          <a:p>
            <a:pPr lvl="3"/>
            <a:r>
              <a:t/>
            </a:r>
          </a:p>
          <a:p>
            <a:pPr lvl="4"/>
            <a:r>
              <a:t/>
            </a:r>
          </a:p>
        </p:txBody>
      </p:sp>
      <p:sp>
        <p:nvSpPr>
          <p:cNvPr id="119" name="Αριθμός σλάιντ"/>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Σπουδαίο γεγονός">
    <p:spTree>
      <p:nvGrpSpPr>
        <p:cNvPr id="1" name=""/>
        <p:cNvGrpSpPr/>
        <p:nvPr/>
      </p:nvGrpSpPr>
      <p:grpSpPr>
        <a:xfrm>
          <a:off x="0" y="0"/>
          <a:ext cx="0" cy="0"/>
          <a:chOff x="0" y="0"/>
          <a:chExt cx="0" cy="0"/>
        </a:xfrm>
      </p:grpSpPr>
      <p:sp>
        <p:nvSpPr>
          <p:cNvPr id="126" name="Επίπεδο κύριου τμήματος ένα…"/>
          <p:cNvSpPr txBox="1"/>
          <p:nvPr>
            <p:ph type="body" idx="1" hasCustomPrompt="1"/>
          </p:nvPr>
        </p:nvSpPr>
        <p:spPr>
          <a:xfrm>
            <a:off x="1206500" y="1206500"/>
            <a:ext cx="21971000" cy="7353300"/>
          </a:xfrm>
          <a:prstGeom prst="rect">
            <a:avLst/>
          </a:prstGeom>
        </p:spPr>
        <p:txBody>
          <a:bodyPr anchor="b"/>
          <a:lstStyle>
            <a:lvl1pPr marL="0" indent="0" algn="ctr" defTabSz="2438400">
              <a:lnSpc>
                <a:spcPct val="90000"/>
              </a:lnSpc>
              <a:spcBef>
                <a:spcPts val="0"/>
              </a:spcBef>
              <a:buSzTx/>
              <a:buNone/>
              <a:defRPr spc="-1750" sz="35000">
                <a:latin typeface="+mn-lt"/>
                <a:ea typeface="+mn-ea"/>
                <a:cs typeface="+mn-cs"/>
                <a:sym typeface="Produkt Extralight"/>
              </a:defRPr>
            </a:lvl1pPr>
            <a:lvl2pPr marL="0" indent="457200" algn="ctr" defTabSz="2438400">
              <a:lnSpc>
                <a:spcPct val="90000"/>
              </a:lnSpc>
              <a:spcBef>
                <a:spcPts val="0"/>
              </a:spcBef>
              <a:buSzTx/>
              <a:buNone/>
              <a:defRPr spc="-1750" sz="35000">
                <a:latin typeface="+mn-lt"/>
                <a:ea typeface="+mn-ea"/>
                <a:cs typeface="+mn-cs"/>
                <a:sym typeface="Produkt Extralight"/>
              </a:defRPr>
            </a:lvl2pPr>
            <a:lvl3pPr marL="0" indent="914400" algn="ctr" defTabSz="2438400">
              <a:lnSpc>
                <a:spcPct val="90000"/>
              </a:lnSpc>
              <a:spcBef>
                <a:spcPts val="0"/>
              </a:spcBef>
              <a:buSzTx/>
              <a:buNone/>
              <a:defRPr spc="-1750" sz="35000">
                <a:latin typeface="+mn-lt"/>
                <a:ea typeface="+mn-ea"/>
                <a:cs typeface="+mn-cs"/>
                <a:sym typeface="Produkt Extralight"/>
              </a:defRPr>
            </a:lvl3pPr>
            <a:lvl4pPr marL="0" indent="1371600" algn="ctr" defTabSz="2438400">
              <a:lnSpc>
                <a:spcPct val="90000"/>
              </a:lnSpc>
              <a:spcBef>
                <a:spcPts val="0"/>
              </a:spcBef>
              <a:buSzTx/>
              <a:buNone/>
              <a:defRPr spc="-1750" sz="35000">
                <a:latin typeface="+mn-lt"/>
                <a:ea typeface="+mn-ea"/>
                <a:cs typeface="+mn-cs"/>
                <a:sym typeface="Produkt Extralight"/>
              </a:defRPr>
            </a:lvl4pPr>
            <a:lvl5pPr marL="0" indent="1828800" algn="ctr" defTabSz="2438400">
              <a:lnSpc>
                <a:spcPct val="90000"/>
              </a:lnSpc>
              <a:spcBef>
                <a:spcPts val="0"/>
              </a:spcBef>
              <a:buSzTx/>
              <a:buNone/>
              <a:defRPr spc="-1750" sz="35000">
                <a:latin typeface="+mn-lt"/>
                <a:ea typeface="+mn-ea"/>
                <a:cs typeface="+mn-cs"/>
                <a:sym typeface="Produkt Extralight"/>
              </a:defRPr>
            </a:lvl5pPr>
          </a:lstStyle>
          <a:p>
            <a:pPr/>
            <a:r>
              <a:t>100%</a:t>
            </a:r>
          </a:p>
          <a:p>
            <a:pPr lvl="1"/>
            <a:r>
              <a:t/>
            </a:r>
          </a:p>
          <a:p>
            <a:pPr lvl="2"/>
            <a:r>
              <a:t/>
            </a:r>
          </a:p>
          <a:p>
            <a:pPr lvl="3"/>
            <a:r>
              <a:t/>
            </a:r>
          </a:p>
          <a:p>
            <a:pPr lvl="4"/>
            <a:r>
              <a:t/>
            </a:r>
          </a:p>
        </p:txBody>
      </p:sp>
      <p:sp>
        <p:nvSpPr>
          <p:cNvPr id="127" name="Πληροφορίες γεγονότος"/>
          <p:cNvSpPr txBox="1"/>
          <p:nvPr>
            <p:ph type="body" sz="quarter" idx="21" hasCustomPrompt="1"/>
          </p:nvPr>
        </p:nvSpPr>
        <p:spPr>
          <a:xfrm>
            <a:off x="1206500" y="8128000"/>
            <a:ext cx="21971000" cy="1079500"/>
          </a:xfrm>
          <a:prstGeom prst="rect">
            <a:avLst/>
          </a:prstGeom>
        </p:spPr>
        <p:txBody>
          <a:bodyPr lIns="45719" tIns="45719" rIns="45719" bIns="45719"/>
          <a:lstStyle>
            <a:lvl1pPr marL="0" indent="0" algn="ctr" defTabSz="825500">
              <a:lnSpc>
                <a:spcPct val="90000"/>
              </a:lnSpc>
              <a:spcBef>
                <a:spcPts val="0"/>
              </a:spcBef>
              <a:buSzTx/>
              <a:buNone/>
              <a:defRPr spc="-55" sz="5500">
                <a:latin typeface="+mn-lt"/>
                <a:ea typeface="+mn-ea"/>
                <a:cs typeface="+mn-cs"/>
                <a:sym typeface="Produkt Extralight"/>
              </a:defRPr>
            </a:lvl1pPr>
          </a:lstStyle>
          <a:p>
            <a:pPr/>
            <a:r>
              <a:t>Πληροφορίες γεγονότος</a:t>
            </a:r>
          </a:p>
        </p:txBody>
      </p:sp>
      <p:sp>
        <p:nvSpPr>
          <p:cNvPr id="128" name="Αριθμός σλάιντ"/>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Παράθεση">
    <p:spTree>
      <p:nvGrpSpPr>
        <p:cNvPr id="1" name=""/>
        <p:cNvGrpSpPr/>
        <p:nvPr/>
      </p:nvGrpSpPr>
      <p:grpSpPr>
        <a:xfrm>
          <a:off x="0" y="0"/>
          <a:ext cx="0" cy="0"/>
          <a:chOff x="0" y="0"/>
          <a:chExt cx="0" cy="0"/>
        </a:xfrm>
      </p:grpSpPr>
      <p:sp>
        <p:nvSpPr>
          <p:cNvPr id="135" name="Απόδοση"/>
          <p:cNvSpPr txBox="1"/>
          <p:nvPr>
            <p:ph type="body" sz="quarter" idx="21" hasCustomPrompt="1"/>
          </p:nvPr>
        </p:nvSpPr>
        <p:spPr>
          <a:xfrm>
            <a:off x="5461000" y="9563100"/>
            <a:ext cx="13728700" cy="698500"/>
          </a:xfrm>
          <a:prstGeom prst="rect">
            <a:avLst/>
          </a:prstGeom>
        </p:spPr>
        <p:txBody>
          <a:bodyPr lIns="45719" tIns="45719" rIns="45719" bIns="45719"/>
          <a:lstStyle>
            <a:lvl1pPr marL="0" indent="0" defTabSz="825500">
              <a:spcBef>
                <a:spcPts val="0"/>
              </a:spcBef>
              <a:buSzTx/>
              <a:buNone/>
              <a:defRPr sz="3600">
                <a:latin typeface="Produkt Light"/>
                <a:ea typeface="Produkt Light"/>
                <a:cs typeface="Produkt Light"/>
                <a:sym typeface="Produkt Light"/>
              </a:defRPr>
            </a:lvl1pPr>
          </a:lstStyle>
          <a:p>
            <a:pPr/>
            <a:r>
              <a:t>Απόδοση</a:t>
            </a:r>
          </a:p>
        </p:txBody>
      </p:sp>
      <p:sp>
        <p:nvSpPr>
          <p:cNvPr id="136" name="Επίπεδο κύριου τμήματος ένα…"/>
          <p:cNvSpPr txBox="1"/>
          <p:nvPr>
            <p:ph type="body" sz="quarter" idx="1" hasCustomPrompt="1"/>
          </p:nvPr>
        </p:nvSpPr>
        <p:spPr>
          <a:xfrm>
            <a:off x="5194300" y="4165600"/>
            <a:ext cx="13995400" cy="4432300"/>
          </a:xfrm>
          <a:prstGeom prst="rect">
            <a:avLst/>
          </a:prstGeom>
        </p:spPr>
        <p:txBody>
          <a:bodyPr anchor="b"/>
          <a:lstStyle>
            <a:lvl1pPr marL="254000" indent="-254000" defTabSz="2438400">
              <a:lnSpc>
                <a:spcPct val="90000"/>
              </a:lnSpc>
              <a:spcBef>
                <a:spcPts val="0"/>
              </a:spcBef>
              <a:buSzTx/>
              <a:buNone/>
              <a:defRPr spc="-93" sz="9300">
                <a:latin typeface="+mn-lt"/>
                <a:ea typeface="+mn-ea"/>
                <a:cs typeface="+mn-cs"/>
                <a:sym typeface="Produkt Extralight"/>
              </a:defRPr>
            </a:lvl1pPr>
            <a:lvl2pPr marL="254000" indent="203200" defTabSz="2438400">
              <a:lnSpc>
                <a:spcPct val="90000"/>
              </a:lnSpc>
              <a:spcBef>
                <a:spcPts val="0"/>
              </a:spcBef>
              <a:buSzTx/>
              <a:buNone/>
              <a:defRPr spc="-93" sz="9300">
                <a:latin typeface="+mn-lt"/>
                <a:ea typeface="+mn-ea"/>
                <a:cs typeface="+mn-cs"/>
                <a:sym typeface="Produkt Extralight"/>
              </a:defRPr>
            </a:lvl2pPr>
            <a:lvl3pPr marL="254000" indent="660400" defTabSz="2438400">
              <a:lnSpc>
                <a:spcPct val="90000"/>
              </a:lnSpc>
              <a:spcBef>
                <a:spcPts val="0"/>
              </a:spcBef>
              <a:buSzTx/>
              <a:buNone/>
              <a:defRPr spc="-93" sz="9300">
                <a:latin typeface="+mn-lt"/>
                <a:ea typeface="+mn-ea"/>
                <a:cs typeface="+mn-cs"/>
                <a:sym typeface="Produkt Extralight"/>
              </a:defRPr>
            </a:lvl3pPr>
            <a:lvl4pPr marL="254000" indent="1117600" defTabSz="2438400">
              <a:lnSpc>
                <a:spcPct val="90000"/>
              </a:lnSpc>
              <a:spcBef>
                <a:spcPts val="0"/>
              </a:spcBef>
              <a:buSzTx/>
              <a:buNone/>
              <a:defRPr spc="-93" sz="9300">
                <a:latin typeface="+mn-lt"/>
                <a:ea typeface="+mn-ea"/>
                <a:cs typeface="+mn-cs"/>
                <a:sym typeface="Produkt Extralight"/>
              </a:defRPr>
            </a:lvl4pPr>
            <a:lvl5pPr marL="254000" indent="1574800" defTabSz="2438400">
              <a:lnSpc>
                <a:spcPct val="90000"/>
              </a:lnSpc>
              <a:spcBef>
                <a:spcPts val="0"/>
              </a:spcBef>
              <a:buSzTx/>
              <a:buNone/>
              <a:defRPr spc="-93" sz="9300">
                <a:latin typeface="+mn-lt"/>
                <a:ea typeface="+mn-ea"/>
                <a:cs typeface="+mn-cs"/>
                <a:sym typeface="Produkt Extralight"/>
              </a:defRPr>
            </a:lvl5pPr>
          </a:lstStyle>
          <a:p>
            <a:pPr/>
            <a:r>
              <a:t>«Αξιοσημείωτη παράθεση»</a:t>
            </a:r>
          </a:p>
          <a:p>
            <a:pPr lvl="1"/>
            <a:r>
              <a:t/>
            </a:r>
          </a:p>
          <a:p>
            <a:pPr lvl="2"/>
            <a:r>
              <a:t/>
            </a:r>
          </a:p>
          <a:p>
            <a:pPr lvl="3"/>
            <a:r>
              <a:t/>
            </a:r>
          </a:p>
          <a:p>
            <a:pPr lvl="4"/>
            <a:r>
              <a:t/>
            </a:r>
          </a:p>
        </p:txBody>
      </p:sp>
      <p:sp>
        <p:nvSpPr>
          <p:cNvPr id="137" name="Αριθμός σλάιντ"/>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Φωτογραφία - 3 εικόνες">
    <p:spTree>
      <p:nvGrpSpPr>
        <p:cNvPr id="1" name=""/>
        <p:cNvGrpSpPr/>
        <p:nvPr/>
      </p:nvGrpSpPr>
      <p:grpSpPr>
        <a:xfrm>
          <a:off x="0" y="0"/>
          <a:ext cx="0" cy="0"/>
          <a:chOff x="0" y="0"/>
          <a:chExt cx="0" cy="0"/>
        </a:xfrm>
      </p:grpSpPr>
      <p:sp>
        <p:nvSpPr>
          <p:cNvPr id="144" name="Κοντινό πλάνο ενός κυρτού, λευκού, διαστρωματωμένου μοτίβου"/>
          <p:cNvSpPr/>
          <p:nvPr>
            <p:ph type="pic" sz="quarter" idx="21"/>
          </p:nvPr>
        </p:nvSpPr>
        <p:spPr>
          <a:xfrm>
            <a:off x="1257300" y="3213100"/>
            <a:ext cx="7289800" cy="7289800"/>
          </a:xfrm>
          <a:prstGeom prst="rect">
            <a:avLst/>
          </a:prstGeom>
        </p:spPr>
        <p:txBody>
          <a:bodyPr lIns="91439" tIns="45719" rIns="91439" bIns="45719">
            <a:noAutofit/>
          </a:bodyPr>
          <a:lstStyle/>
          <a:p>
            <a:pPr/>
          </a:p>
        </p:txBody>
      </p:sp>
      <p:sp>
        <p:nvSpPr>
          <p:cNvPr id="145" name="Κοντινό πλάνο ενός διαστρωματωμένου μοτίβου με γκρι πέτρες"/>
          <p:cNvSpPr/>
          <p:nvPr>
            <p:ph type="pic" sz="quarter" idx="22"/>
          </p:nvPr>
        </p:nvSpPr>
        <p:spPr>
          <a:xfrm>
            <a:off x="7353300" y="3632200"/>
            <a:ext cx="9677400" cy="6451600"/>
          </a:xfrm>
          <a:prstGeom prst="rect">
            <a:avLst/>
          </a:prstGeom>
        </p:spPr>
        <p:txBody>
          <a:bodyPr lIns="91439" tIns="45719" rIns="91439" bIns="45719">
            <a:noAutofit/>
          </a:bodyPr>
          <a:lstStyle/>
          <a:p>
            <a:pPr/>
          </a:p>
        </p:txBody>
      </p:sp>
      <p:sp>
        <p:nvSpPr>
          <p:cNvPr id="146" name="Κοντινό πλάνο ενός μοτίβου με λευκές ραβδώσεις"/>
          <p:cNvSpPr/>
          <p:nvPr>
            <p:ph type="pic" sz="quarter" idx="23"/>
          </p:nvPr>
        </p:nvSpPr>
        <p:spPr>
          <a:xfrm>
            <a:off x="14621933" y="3632200"/>
            <a:ext cx="9677401" cy="6457250"/>
          </a:xfrm>
          <a:prstGeom prst="rect">
            <a:avLst/>
          </a:prstGeom>
        </p:spPr>
        <p:txBody>
          <a:bodyPr lIns="91439" tIns="45719" rIns="91439" bIns="45719">
            <a:noAutofit/>
          </a:bodyPr>
          <a:lstStyle/>
          <a:p>
            <a:pPr/>
          </a:p>
        </p:txBody>
      </p:sp>
      <p:sp>
        <p:nvSpPr>
          <p:cNvPr id="147" name="Αριθμός σλάιντ"/>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Φωτογραφία">
    <p:spTree>
      <p:nvGrpSpPr>
        <p:cNvPr id="1" name=""/>
        <p:cNvGrpSpPr/>
        <p:nvPr/>
      </p:nvGrpSpPr>
      <p:grpSpPr>
        <a:xfrm>
          <a:off x="0" y="0"/>
          <a:ext cx="0" cy="0"/>
          <a:chOff x="0" y="0"/>
          <a:chExt cx="0" cy="0"/>
        </a:xfrm>
      </p:grpSpPr>
      <p:sp>
        <p:nvSpPr>
          <p:cNvPr id="154" name="Γωνιώδης, φουτουριστικός, λευκός διάδρομος με σκιές"/>
          <p:cNvSpPr/>
          <p:nvPr>
            <p:ph type="pic" idx="21"/>
          </p:nvPr>
        </p:nvSpPr>
        <p:spPr>
          <a:xfrm>
            <a:off x="0" y="-1270000"/>
            <a:ext cx="24384000" cy="16256000"/>
          </a:xfrm>
          <a:prstGeom prst="rect">
            <a:avLst/>
          </a:prstGeom>
        </p:spPr>
        <p:txBody>
          <a:bodyPr lIns="91439" tIns="45719" rIns="91439" bIns="45719">
            <a:noAutofit/>
          </a:bodyPr>
          <a:lstStyle/>
          <a:p>
            <a:pPr/>
          </a:p>
        </p:txBody>
      </p:sp>
      <p:sp>
        <p:nvSpPr>
          <p:cNvPr id="155" name="Αριθμός σλάιντ"/>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Κενή">
    <p:spTree>
      <p:nvGrpSpPr>
        <p:cNvPr id="1" name=""/>
        <p:cNvGrpSpPr/>
        <p:nvPr/>
      </p:nvGrpSpPr>
      <p:grpSpPr>
        <a:xfrm>
          <a:off x="0" y="0"/>
          <a:ext cx="0" cy="0"/>
          <a:chOff x="0" y="0"/>
          <a:chExt cx="0" cy="0"/>
        </a:xfrm>
      </p:grpSpPr>
      <p:sp>
        <p:nvSpPr>
          <p:cNvPr id="162" name="Αριθμός σλάιντ"/>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Τίτλος σλάιντ"/>
          <p:cNvSpPr txBox="1"/>
          <p:nvPr>
            <p:ph type="title" hasCustomPrompt="1"/>
          </p:nvPr>
        </p:nvSpPr>
        <p:spPr>
          <a:xfrm>
            <a:off x="1206500" y="635000"/>
            <a:ext cx="21971000" cy="16891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Τίτλος σλάιντ</a:t>
            </a:r>
          </a:p>
        </p:txBody>
      </p:sp>
      <p:sp>
        <p:nvSpPr>
          <p:cNvPr id="3" name="Επίπεδο κύριου τμήματος ένα…"/>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Κείμενο κουκκίδων σλάιντ</a:t>
            </a:r>
          </a:p>
          <a:p>
            <a:pPr lvl="1"/>
            <a:r>
              <a:t/>
            </a:r>
          </a:p>
          <a:p>
            <a:pPr lvl="2"/>
            <a:r>
              <a:t/>
            </a:r>
          </a:p>
          <a:p>
            <a:pPr lvl="3"/>
            <a:r>
              <a:t/>
            </a:r>
          </a:p>
          <a:p>
            <a:pPr lvl="4"/>
            <a:r>
              <a:t/>
            </a:r>
          </a:p>
        </p:txBody>
      </p:sp>
      <p:sp>
        <p:nvSpPr>
          <p:cNvPr id="4" name="Αριθμός σλάιντ"/>
          <p:cNvSpPr txBox="1"/>
          <p:nvPr>
            <p:ph type="sldNum" sz="quarter" idx="2"/>
          </p:nvPr>
        </p:nvSpPr>
        <p:spPr>
          <a:xfrm>
            <a:off x="23558499" y="12458699"/>
            <a:ext cx="388621" cy="429261"/>
          </a:xfrm>
          <a:prstGeom prst="rect">
            <a:avLst/>
          </a:prstGeom>
          <a:ln w="12700">
            <a:miter lim="400000"/>
          </a:ln>
        </p:spPr>
        <p:txBody>
          <a:bodyPr wrap="none" lIns="50800" tIns="50800" rIns="50800" bIns="50800" anchor="b">
            <a:spAutoFit/>
          </a:bodyPr>
          <a:lstStyle>
            <a:lvl1pPr algn="r" defTabSz="584200">
              <a:spcBef>
                <a:spcPts val="0"/>
              </a:spcBef>
              <a:defRPr sz="2000">
                <a:latin typeface="Graphik"/>
                <a:ea typeface="Graphik"/>
                <a:cs typeface="Graphik"/>
                <a:sym typeface="Graphik"/>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1pPr>
      <a:lvl2pPr marL="0" marR="0" indent="4572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2pPr>
      <a:lvl3pPr marL="0" marR="0" indent="9144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3pPr>
      <a:lvl4pPr marL="0" marR="0" indent="13716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4pPr>
      <a:lvl5pPr marL="0" marR="0" indent="18288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5pPr>
      <a:lvl6pPr marL="0" marR="0" indent="22860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6pPr>
      <a:lvl7pPr marL="0" marR="0" indent="27432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7pPr>
      <a:lvl8pPr marL="0" marR="0" indent="32004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8pPr>
      <a:lvl9pPr marL="0" marR="0" indent="36576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9pPr>
    </p:titleStyle>
    <p:bodyStyle>
      <a:lvl1pPr marL="4572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1pPr>
      <a:lvl2pPr marL="9144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2pPr>
      <a:lvl3pPr marL="13716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3pPr>
      <a:lvl4pPr marL="18288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4pPr>
      <a:lvl5pPr marL="22860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5pPr>
      <a:lvl6pPr marL="27432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6pPr>
      <a:lvl7pPr marL="32004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7pPr>
      <a:lvl8pPr marL="36576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8pPr>
      <a:lvl9pPr marL="41148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9pPr>
    </p:bodyStyle>
    <p:otherStyle>
      <a:lvl1pPr marL="0" marR="0" indent="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1pPr>
      <a:lvl2pPr marL="0" marR="0" indent="4572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2pPr>
      <a:lvl3pPr marL="0" marR="0" indent="9144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3pPr>
      <a:lvl4pPr marL="0" marR="0" indent="13716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4pPr>
      <a:lvl5pPr marL="0" marR="0" indent="18288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5pPr>
      <a:lvl6pPr marL="0" marR="0" indent="22860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6pPr>
      <a:lvl7pPr marL="0" marR="0" indent="27432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7pPr>
      <a:lvl8pPr marL="0" marR="0" indent="32004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8pPr>
      <a:lvl9pPr marL="0" marR="0" indent="36576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Επιβλέπων: Παναγιώτης Τσανάκας"/>
          <p:cNvSpPr txBox="1"/>
          <p:nvPr>
            <p:ph type="body" idx="21"/>
          </p:nvPr>
        </p:nvSpPr>
        <p:spPr>
          <a:xfrm>
            <a:off x="1477132" y="12268950"/>
            <a:ext cx="21971001" cy="660401"/>
          </a:xfrm>
          <a:prstGeom prst="rect">
            <a:avLst/>
          </a:prstGeom>
          <a:extLst>
            <a:ext uri="{C572A759-6A51-4108-AA02-DFA0A04FC94B}">
              <ma14:wrappingTextBoxFlag xmlns:ma14="http://schemas.microsoft.com/office/mac/drawingml/2011/main" val="1"/>
            </a:ext>
          </a:extLst>
        </p:spPr>
        <p:txBody>
          <a:bodyPr/>
          <a:lstStyle/>
          <a:p>
            <a:pPr/>
            <a:r>
              <a:t>Επιβλέπων: Παναγιώτης Τσανάκας</a:t>
            </a:r>
          </a:p>
        </p:txBody>
      </p:sp>
      <p:sp>
        <p:nvSpPr>
          <p:cNvPr id="172" name="Παιχνίδι σε κινητό iPhone/Android για τη μείωση του stress"/>
          <p:cNvSpPr txBox="1"/>
          <p:nvPr>
            <p:ph type="ctrTitle"/>
          </p:nvPr>
        </p:nvSpPr>
        <p:spPr>
          <a:prstGeom prst="rect">
            <a:avLst/>
          </a:prstGeom>
        </p:spPr>
        <p:txBody>
          <a:bodyPr/>
          <a:lstStyle>
            <a:lvl1pPr algn="ctr">
              <a:defRPr spc="-68" sz="6800"/>
            </a:lvl1pPr>
          </a:lstStyle>
          <a:p>
            <a:pPr/>
            <a:r>
              <a:t>Παιχνίδι σε κινητό iPhone/Android για τη μείωση του stress</a:t>
            </a:r>
          </a:p>
        </p:txBody>
      </p:sp>
      <p:sp>
        <p:nvSpPr>
          <p:cNvPr id="173" name="Αλέξανδρος Δούκας"/>
          <p:cNvSpPr txBox="1"/>
          <p:nvPr/>
        </p:nvSpPr>
        <p:spPr>
          <a:xfrm>
            <a:off x="1548172" y="7965142"/>
            <a:ext cx="4654297" cy="77469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Αλέξανδρος Δούκας</a:t>
            </a:r>
          </a:p>
        </p:txBody>
      </p:sp>
      <p:pic>
        <p:nvPicPr>
          <p:cNvPr id="174" name="20210507105359!Εθνικό_Μετσόβειο_Πολυτεχνείο.svg" descr="20210507105359!Εθνικό_Μετσόβειο_Πολυτεχνείο.svg"/>
          <p:cNvPicPr>
            <a:picLocks noChangeAspect="1"/>
          </p:cNvPicPr>
          <p:nvPr/>
        </p:nvPicPr>
        <p:blipFill>
          <a:blip r:embed="rId2">
            <a:extLst/>
          </a:blip>
          <a:stretch>
            <a:fillRect/>
          </a:stretch>
        </p:blipFill>
        <p:spPr>
          <a:xfrm>
            <a:off x="1137680" y="352099"/>
            <a:ext cx="3162921" cy="3158778"/>
          </a:xfrm>
          <a:prstGeom prst="rect">
            <a:avLst/>
          </a:prstGeom>
          <a:ln w="12700">
            <a:miter lim="400000"/>
          </a:ln>
        </p:spPr>
      </p:pic>
      <p:sp>
        <p:nvSpPr>
          <p:cNvPr id="175" name="ΕΘΝΙΚΟ ΜΕΤΣΟΒΙΟ ΠΟΛΥΤΕΧΝΕΙΟ…"/>
          <p:cNvSpPr txBox="1"/>
          <p:nvPr/>
        </p:nvSpPr>
        <p:spPr>
          <a:xfrm>
            <a:off x="4633384" y="971769"/>
            <a:ext cx="16514162" cy="149349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12700">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300">
                <a:solidFill>
                  <a:srgbClr val="000000"/>
                </a:solidFill>
                <a:latin typeface="Times New Roman"/>
                <a:ea typeface="Times New Roman"/>
                <a:cs typeface="Times New Roman"/>
                <a:sym typeface="Times New Roman"/>
              </a:defRPr>
            </a:pPr>
            <a:r>
              <a:t>ΕΘΝΙΚΟ ΜΕΤΣΟΒΙΟ ΠΟΛΥΤΕΧΝΕΙΟ</a:t>
            </a:r>
          </a:p>
          <a:p>
            <a:pPr defTabSz="12700">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300">
                <a:solidFill>
                  <a:srgbClr val="000000"/>
                </a:solidFill>
                <a:latin typeface="Times New Roman"/>
                <a:ea typeface="Times New Roman"/>
                <a:cs typeface="Times New Roman"/>
                <a:sym typeface="Times New Roman"/>
              </a:defRPr>
            </a:pPr>
            <a:r>
              <a:t>ΣΧΟΛΗ ΗΛΕΚΤΡΟΛΟΓΩΝ ΜΗΧΑΝΙΚΩΝ ΚΑΙ ΜΗΧΑΝΙΚΩΝ ΥΠΟΛΟΓΙΣΤΩΝ</a:t>
            </a:r>
          </a:p>
          <a:p>
            <a:pPr defTabSz="12700">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300">
                <a:solidFill>
                  <a:srgbClr val="000000"/>
                </a:solidFill>
                <a:latin typeface="Times New Roman"/>
                <a:ea typeface="Times New Roman"/>
                <a:cs typeface="Times New Roman"/>
                <a:sym typeface="Times New Roman"/>
              </a:defRPr>
            </a:pPr>
            <a:r>
              <a:t>ΤΟΜΕΑΣ ΣΥΣΤΗΜΑΤΩΝ ΜΕΤΑΔΟΣΗΣ ΠΛΗΡΟΦΟΡΙΑΣ ΚΑΙ ΤΕΧΝΟΛΟΓΙΑΣ ΥΛΙΚΩΝ</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7" name="Stress &amp; mental load today"/>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Stress &amp; mental load today</a:t>
            </a:r>
          </a:p>
        </p:txBody>
      </p:sp>
      <p:sp>
        <p:nvSpPr>
          <p:cNvPr id="178" name="Το πρόβλημα"/>
          <p:cNvSpPr txBox="1"/>
          <p:nvPr>
            <p:ph type="title"/>
          </p:nvPr>
        </p:nvSpPr>
        <p:spPr>
          <a:prstGeom prst="rect">
            <a:avLst/>
          </a:prstGeom>
        </p:spPr>
        <p:txBody>
          <a:bodyPr/>
          <a:lstStyle>
            <a:lvl1pPr defTabSz="2316479">
              <a:defRPr spc="-95" sz="9500"/>
            </a:lvl1pPr>
          </a:lstStyle>
          <a:p>
            <a:pPr/>
            <a:r>
              <a:t>Το πρόβλημα</a:t>
            </a:r>
          </a:p>
        </p:txBody>
      </p:sp>
      <p:sp>
        <p:nvSpPr>
          <p:cNvPr id="179" name="Το άγχος αποτελεί μια από τις πιο συχνές προκλήσεις της σύγχρονης καθημερινότητας. Σύμφωνα με έρευνες του APA, πάνω από το 70% των ενηλίκων αναφέρουν καθημερινά συμπτώματα άγχους. Υπάρχει αυξανόμενη ανάγκη για εύκολα, προσβάσιμα εργαλεία που βοηθούν στη "/>
          <p:cNvSpPr txBox="1"/>
          <p:nvPr>
            <p:ph type="body" idx="1"/>
          </p:nvPr>
        </p:nvSpPr>
        <p:spPr>
          <a:prstGeom prst="rect">
            <a:avLst/>
          </a:prstGeom>
        </p:spPr>
        <p:txBody>
          <a:bodyPr/>
          <a:lstStyle/>
          <a:p>
            <a:pPr/>
            <a:r>
              <a:t>Το άγχος αποτελεί μια από τις πιο συχνές προκλήσεις της σύγχρονης καθημερινότητας. Σύμφωνα με έρευνες του APA, πάνω από το 70% των ενηλίκων αναφέρουν καθημερινά συμπτώματα άγχους. Υπάρχει αυξανόμενη ανάγκη για εύκολα, προσβάσιμα εργαλεία που βοηθούν στη γρήγορη χαλάρωση μέσα στην ημέρα.</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1" name="Breathing + Focus + Gamificatio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Breathing + Focus + Gamification</a:t>
            </a:r>
          </a:p>
        </p:txBody>
      </p:sp>
      <p:sp>
        <p:nvSpPr>
          <p:cNvPr id="182" name="Η ιδέα"/>
          <p:cNvSpPr txBox="1"/>
          <p:nvPr>
            <p:ph type="title"/>
          </p:nvPr>
        </p:nvSpPr>
        <p:spPr>
          <a:prstGeom prst="rect">
            <a:avLst/>
          </a:prstGeom>
        </p:spPr>
        <p:txBody>
          <a:bodyPr/>
          <a:lstStyle>
            <a:lvl1pPr defTabSz="2316479">
              <a:defRPr spc="-95" sz="9500"/>
            </a:lvl1pPr>
          </a:lstStyle>
          <a:p>
            <a:pPr/>
            <a:r>
              <a:t>Η ιδέα</a:t>
            </a:r>
          </a:p>
        </p:txBody>
      </p:sp>
      <p:sp>
        <p:nvSpPr>
          <p:cNvPr id="183" name="Η βασική ιδέα είναι η χρήση καθοδηγούμενης αναπνοής με μια οπτική αναπαράσταση. Ο χρήστης προσπαθεί να συγχρονίσει την αναπνοή του με έναν παλμικό κύκλο και να αγγίξει την οθόνη στη σωστή στιγμή. Το παιχνίδι μετατρέπει μια κλασική άσκηση mindfulness σε ε"/>
          <p:cNvSpPr txBox="1"/>
          <p:nvPr>
            <p:ph type="body" idx="1"/>
          </p:nvPr>
        </p:nvSpPr>
        <p:spPr>
          <a:prstGeom prst="rect">
            <a:avLst/>
          </a:prstGeom>
        </p:spPr>
        <p:txBody>
          <a:bodyPr/>
          <a:lstStyle/>
          <a:p>
            <a:pPr/>
            <a:r>
              <a:t>Η βασική ιδέα είναι η χρήση καθοδηγούμενης αναπνοής με μια οπτική αναπαράσταση. Ο χρήστης προσπαθεί να συγχρονίσει την αναπνοή του με έναν παλμικό κύκλο και να αγγίξει την οθόνη στη σωστή στιγμή. Το παιχνίδι μετατρέπει μια κλασική άσκηση mindfulness σε ευχάριστη, σύντομη και επαναλήψιμη εμπειρία.</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Simple – Calm – No cognitive load"/>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Simple – Calm – No cognitive load</a:t>
            </a:r>
          </a:p>
        </p:txBody>
      </p:sp>
      <p:sp>
        <p:nvSpPr>
          <p:cNvPr id="186" name="UX / σχεδιασμός"/>
          <p:cNvSpPr txBox="1"/>
          <p:nvPr>
            <p:ph type="title"/>
          </p:nvPr>
        </p:nvSpPr>
        <p:spPr>
          <a:prstGeom prst="rect">
            <a:avLst/>
          </a:prstGeom>
        </p:spPr>
        <p:txBody>
          <a:bodyPr/>
          <a:lstStyle>
            <a:lvl1pPr defTabSz="2316479">
              <a:defRPr spc="-95" sz="9500"/>
            </a:lvl1pPr>
          </a:lstStyle>
          <a:p>
            <a:pPr/>
            <a:r>
              <a:t>UX / σχεδιασμός</a:t>
            </a:r>
          </a:p>
        </p:txBody>
      </p:sp>
      <p:sp>
        <p:nvSpPr>
          <p:cNvPr id="187" name="Ο σχεδιασμός έγινε με βάση την αρχή της ελάχιστης γνωστικής επιβάρυνσης. Η διεπαφή είναι ήρεμη, χωρίς κείμενο κατά τη διάρκεια του παιχνιδιού, με απαλές κινήσεις και παλμούς. Θέλαμε μια εφαρμογή που «δεν χρειάζεται σκέψη» — απλώς ακολουθείς τον ρυθμό και"/>
          <p:cNvSpPr txBox="1"/>
          <p:nvPr>
            <p:ph type="body" idx="1"/>
          </p:nvPr>
        </p:nvSpPr>
        <p:spPr>
          <a:prstGeom prst="rect">
            <a:avLst/>
          </a:prstGeom>
        </p:spPr>
        <p:txBody>
          <a:bodyPr/>
          <a:lstStyle/>
          <a:p>
            <a:pPr/>
            <a:r>
              <a:t>Ο σχεδιασμός έγινε με βάση την αρχή της ελάχιστης γνωστικής επιβάρυνσης. Η διεπαφή είναι ήρεμη, χωρίς κείμενο κατά τη διάρκεια του παιχνιδιού, με απαλές κινήσεις και παλμούς. Θέλαμε μια εφαρμογή που «δεν χρειάζεται σκέψη» — απλώς ακολουθείς τον ρυθμό και χαλαρώνεις.</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9" name="Flutter + Dart + Local storage"/>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Flutter + Dart + Local storage</a:t>
            </a:r>
          </a:p>
        </p:txBody>
      </p:sp>
      <p:sp>
        <p:nvSpPr>
          <p:cNvPr id="190" name="Τεχνολογία"/>
          <p:cNvSpPr txBox="1"/>
          <p:nvPr>
            <p:ph type="title"/>
          </p:nvPr>
        </p:nvSpPr>
        <p:spPr>
          <a:prstGeom prst="rect">
            <a:avLst/>
          </a:prstGeom>
        </p:spPr>
        <p:txBody>
          <a:bodyPr/>
          <a:lstStyle/>
          <a:p>
            <a:pPr/>
            <a:r>
              <a:t>Τεχνολογία</a:t>
            </a:r>
          </a:p>
        </p:txBody>
      </p:sp>
      <p:sp>
        <p:nvSpPr>
          <p:cNvPr id="191" name="Η εφαρμογή αναπτύχθηκε σε Flutter για υποστήριξη iOS και Android. Δεν απαιτεί backend — όλα τα δεδομένα αποθηκεύονται τοπικά. Έτσι διασφαλίζεται απόρρητο, ταχύτητα και μηδενική ανάγκη σύνδεσης."/>
          <p:cNvSpPr txBox="1"/>
          <p:nvPr>
            <p:ph type="body" idx="1"/>
          </p:nvPr>
        </p:nvSpPr>
        <p:spPr>
          <a:prstGeom prst="rect">
            <a:avLst/>
          </a:prstGeom>
        </p:spPr>
        <p:txBody>
          <a:bodyPr/>
          <a:lstStyle/>
          <a:p>
            <a:pPr/>
            <a:r>
              <a:t>Η εφαρμογή αναπτύχθηκε σε Flutter για υποστήριξη iOS και Android. Δεν απαιτεί backend — όλα τα δεδομένα αποθηκεύονται τοπικά. Έτσι διασφαλίζεται απόρρητο, ταχύτητα και μηδενική ανάγκη σύνδεσης.</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3" name="Gameplay cycle (~60”)"/>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Gameplay cycle (~60”)</a:t>
            </a:r>
          </a:p>
        </p:txBody>
      </p:sp>
      <p:sp>
        <p:nvSpPr>
          <p:cNvPr id="194" name="Λειτουργία"/>
          <p:cNvSpPr txBox="1"/>
          <p:nvPr>
            <p:ph type="title"/>
          </p:nvPr>
        </p:nvSpPr>
        <p:spPr>
          <a:prstGeom prst="rect">
            <a:avLst/>
          </a:prstGeom>
        </p:spPr>
        <p:txBody>
          <a:bodyPr/>
          <a:lstStyle/>
          <a:p>
            <a:pPr/>
            <a:r>
              <a:t>Λειτουργία</a:t>
            </a:r>
          </a:p>
        </p:txBody>
      </p:sp>
      <p:sp>
        <p:nvSpPr>
          <p:cNvPr id="195" name="Το παιχνίδι αποτελείται από 10 κύκλους αναπνοής διάρκειας περίπου ενός λεπτού. Μετά το τέλος, ο χρήστης αξιολογεί το πόσο τον βοήθησε η άσκηση. Τα αποτελέσματα αποθηκεύονται τοπικά και μπορούν να αξιοποιηθούν μελλοντικά για αναλύσεις."/>
          <p:cNvSpPr txBox="1"/>
          <p:nvPr>
            <p:ph type="body" idx="1"/>
          </p:nvPr>
        </p:nvSpPr>
        <p:spPr>
          <a:prstGeom prst="rect">
            <a:avLst/>
          </a:prstGeom>
        </p:spPr>
        <p:txBody>
          <a:bodyPr/>
          <a:lstStyle/>
          <a:p>
            <a:pPr/>
            <a:r>
              <a:t>Το παιχνίδι αποτελείται από 10 κύκλους αναπνοής διάρκειας περίπου ενός λεπτού. Μετά το τέλος, ο χρήστης αξιολογεί το πόσο τον βοήθησε η άσκηση. Τα αποτελέσματα αποθηκεύονται τοπικά και μπορούν να αξιοποιηθούν μελλοντικά για αναλύσεις.</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7" name="User feedback"/>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User feedback</a:t>
            </a:r>
          </a:p>
        </p:txBody>
      </p:sp>
      <p:sp>
        <p:nvSpPr>
          <p:cNvPr id="198" name="Αποτελέσματα &amp; σχόλια"/>
          <p:cNvSpPr txBox="1"/>
          <p:nvPr>
            <p:ph type="title"/>
          </p:nvPr>
        </p:nvSpPr>
        <p:spPr>
          <a:prstGeom prst="rect">
            <a:avLst/>
          </a:prstGeom>
        </p:spPr>
        <p:txBody>
          <a:bodyPr/>
          <a:lstStyle>
            <a:lvl1pPr defTabSz="2316479">
              <a:defRPr spc="-95" sz="9500"/>
            </a:lvl1pPr>
          </a:lstStyle>
          <a:p>
            <a:pPr/>
            <a:r>
              <a:t>Αποτελέσματα &amp; σχόλια</a:t>
            </a:r>
          </a:p>
        </p:txBody>
      </p:sp>
      <p:sp>
        <p:nvSpPr>
          <p:cNvPr id="199" name="Οι πρώτοι χρήστες ανέφεραν άμεση αίσθηση χαλάρωσης, καθαρότητας σκέψης και ικανοποίηση με τον σχεδιασμό και την απλότητα. Η εφαρμογή φαίνεται να λειτουργεί ιδιαίτερα καλά ως «μικρό διάλειμμα» μέσα στη μέρα."/>
          <p:cNvSpPr txBox="1"/>
          <p:nvPr>
            <p:ph type="body" idx="1"/>
          </p:nvPr>
        </p:nvSpPr>
        <p:spPr>
          <a:prstGeom prst="rect">
            <a:avLst/>
          </a:prstGeom>
        </p:spPr>
        <p:txBody>
          <a:bodyPr/>
          <a:lstStyle/>
          <a:p>
            <a:pPr/>
            <a:r>
              <a:t>Οι πρώτοι χρήστες ανέφεραν άμεση αίσθηση χαλάρωσης, καθαρότητας σκέψης και ικανοποίηση με τον σχεδιασμό και την απλότητα. Η εφαρμογή φαίνεται να λειτουργεί ιδιαίτερα καλά ως «μικρό διάλειμμα» μέσα στη μέρα.</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1" name="Υπότιτλος σλάιντ"/>
          <p:cNvSpPr txBox="1"/>
          <p:nvPr>
            <p:ph type="body" idx="21"/>
          </p:nvPr>
        </p:nvSpPr>
        <p:spPr>
          <a:prstGeom prst="rect">
            <a:avLst/>
          </a:prstGeom>
        </p:spPr>
        <p:txBody>
          <a:bodyPr/>
          <a:lstStyle/>
          <a:p>
            <a:pPr/>
          </a:p>
        </p:txBody>
      </p:sp>
      <p:sp>
        <p:nvSpPr>
          <p:cNvPr id="202" name="Συμπεράσματα"/>
          <p:cNvSpPr txBox="1"/>
          <p:nvPr>
            <p:ph type="title"/>
          </p:nvPr>
        </p:nvSpPr>
        <p:spPr>
          <a:prstGeom prst="rect">
            <a:avLst/>
          </a:prstGeom>
        </p:spPr>
        <p:txBody>
          <a:bodyPr/>
          <a:lstStyle/>
          <a:p>
            <a:pPr/>
            <a:r>
              <a:t>Συμπεράσματα</a:t>
            </a:r>
          </a:p>
        </p:txBody>
      </p:sp>
      <p:sp>
        <p:nvSpPr>
          <p:cNvPr id="203" name="Το Relax Flow έδειξε ότι σύντομες παρεμβάσεις mindfulness μπορούν να ενσωματωθούν σε mobile gaming για θετικό ψυχολογικό αποτέλεσμα. Μελλοντικές βελτιώσεις περιλαμβάνουν personalization, ήχους αναπνοής, haptics και ίσως χρήση αισθητήρων για HRV feedback."/>
          <p:cNvSpPr txBox="1"/>
          <p:nvPr>
            <p:ph type="body" idx="1"/>
          </p:nvPr>
        </p:nvSpPr>
        <p:spPr>
          <a:prstGeom prst="rect">
            <a:avLst/>
          </a:prstGeom>
        </p:spPr>
        <p:txBody>
          <a:bodyPr/>
          <a:lstStyle/>
          <a:p>
            <a:pPr/>
            <a:r>
              <a:t>Το Relax Flow έδειξε ότι σύντομες παρεμβάσεις mindfulness μπορούν να ενσωματωθούν σε mobile gaming για θετικό ψυχολογικό αποτέλεσμα. Μελλοντικές βελτιώσεις περιλαμβάνουν personalization, ήχους αναπνοής, haptics και ίσως χρήση αισθητήρων για HRV feedback.</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5" name="Σας ευχαριστώ"/>
          <p:cNvSpPr txBox="1"/>
          <p:nvPr>
            <p:ph type="title"/>
          </p:nvPr>
        </p:nvSpPr>
        <p:spPr>
          <a:xfrm>
            <a:off x="1206500" y="5208691"/>
            <a:ext cx="21971001" cy="1689101"/>
          </a:xfrm>
          <a:prstGeom prst="rect">
            <a:avLst/>
          </a:prstGeom>
        </p:spPr>
        <p:txBody>
          <a:bodyPr/>
          <a:lstStyle>
            <a:lvl1pPr algn="ctr" defTabSz="2316479">
              <a:defRPr spc="-95" sz="9500"/>
            </a:lvl1pPr>
          </a:lstStyle>
          <a:p>
            <a:pPr/>
            <a:r>
              <a:t>Σας ευχαριστώ</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38_MinimalistLight">
  <a:themeElements>
    <a:clrScheme name="38_MinimalistLight">
      <a:dk1>
        <a:srgbClr val="53585F"/>
      </a:dk1>
      <a:lt1>
        <a:srgbClr val="FFFFFF"/>
      </a:lt1>
      <a:dk2>
        <a:srgbClr val="53585F"/>
      </a:dk2>
      <a:lt2>
        <a:srgbClr val="D5D5D5"/>
      </a:lt2>
      <a:accent1>
        <a:srgbClr val="9FAABA"/>
      </a:accent1>
      <a:accent2>
        <a:srgbClr val="88A7B2"/>
      </a:accent2>
      <a:accent3>
        <a:srgbClr val="94B9A3"/>
      </a:accent3>
      <a:accent4>
        <a:srgbClr val="F0BE5E"/>
      </a:accent4>
      <a:accent5>
        <a:srgbClr val="D5B7B7"/>
      </a:accent5>
      <a:accent6>
        <a:srgbClr val="B894B1"/>
      </a:accent6>
      <a:hlink>
        <a:srgbClr val="0000FF"/>
      </a:hlink>
      <a:folHlink>
        <a:srgbClr val="FF00FF"/>
      </a:folHlink>
    </a:clrScheme>
    <a:fontScheme name="38_MinimalistLight">
      <a:majorFont>
        <a:latin typeface="Produkt Extralight"/>
        <a:ea typeface="Produkt Extralight"/>
        <a:cs typeface="Produkt Extralight"/>
      </a:majorFont>
      <a:minorFont>
        <a:latin typeface="Produkt Extralight"/>
        <a:ea typeface="Produkt Extralight"/>
        <a:cs typeface="Produkt Extralight"/>
      </a:minorFont>
    </a:fontScheme>
    <a:fmtScheme name="38_Minimalist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atOff val="-9155"/>
            <a:lumOff val="-32673"/>
          </a:schemeClr>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atOff val="-9155"/>
              <a:lumOff val="-32673"/>
            </a:schemeClr>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38_MinimalistLight">
  <a:themeElements>
    <a:clrScheme name="38_MinimalistLight">
      <a:dk1>
        <a:srgbClr val="000000"/>
      </a:dk1>
      <a:lt1>
        <a:srgbClr val="FFFFFF"/>
      </a:lt1>
      <a:dk2>
        <a:srgbClr val="53585F"/>
      </a:dk2>
      <a:lt2>
        <a:srgbClr val="D5D5D5"/>
      </a:lt2>
      <a:accent1>
        <a:srgbClr val="9FAABA"/>
      </a:accent1>
      <a:accent2>
        <a:srgbClr val="88A7B2"/>
      </a:accent2>
      <a:accent3>
        <a:srgbClr val="94B9A3"/>
      </a:accent3>
      <a:accent4>
        <a:srgbClr val="F0BE5E"/>
      </a:accent4>
      <a:accent5>
        <a:srgbClr val="D5B7B7"/>
      </a:accent5>
      <a:accent6>
        <a:srgbClr val="B894B1"/>
      </a:accent6>
      <a:hlink>
        <a:srgbClr val="0000FF"/>
      </a:hlink>
      <a:folHlink>
        <a:srgbClr val="FF00FF"/>
      </a:folHlink>
    </a:clrScheme>
    <a:fontScheme name="38_MinimalistLight">
      <a:majorFont>
        <a:latin typeface="Produkt Extralight"/>
        <a:ea typeface="Produkt Extralight"/>
        <a:cs typeface="Produkt Extralight"/>
      </a:majorFont>
      <a:minorFont>
        <a:latin typeface="Produkt Extralight"/>
        <a:ea typeface="Produkt Extralight"/>
        <a:cs typeface="Produkt Extralight"/>
      </a:minorFont>
    </a:fontScheme>
    <a:fmtScheme name="38_Minimalist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atOff val="-9155"/>
            <a:lumOff val="-32673"/>
          </a:schemeClr>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atOff val="-9155"/>
              <a:lumOff val="-32673"/>
            </a:schemeClr>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